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4" r:id="rId2"/>
    <p:sldId id="302" r:id="rId3"/>
    <p:sldId id="308" r:id="rId4"/>
    <p:sldId id="310" r:id="rId5"/>
    <p:sldId id="307" r:id="rId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5227"/>
    <a:srgbClr val="00002D"/>
    <a:srgbClr val="8FD617"/>
    <a:srgbClr val="4444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5104A-6B8A-4AB0-AB60-26F07C081887}" v="13" dt="2026-02-18T20:46:40.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72"/>
    <p:restoredTop sz="96281"/>
  </p:normalViewPr>
  <p:slideViewPr>
    <p:cSldViewPr snapToGrid="0">
      <p:cViewPr varScale="1">
        <p:scale>
          <a:sx n="63" d="100"/>
          <a:sy n="63" d="100"/>
        </p:scale>
        <p:origin x="7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Quiroz Cortés" userId="7c871339047fbae7" providerId="LiveId" clId="{F542EF58-DE56-4015-8D20-8150CD5C9981}"/>
    <pc:docChg chg="undo custSel addSld delSld modSld sldOrd">
      <pc:chgData name="Gabriel Quiroz Cortés" userId="7c871339047fbae7" providerId="LiveId" clId="{F542EF58-DE56-4015-8D20-8150CD5C9981}" dt="2026-02-19T15:26:08.277" v="5125" actId="20577"/>
      <pc:docMkLst>
        <pc:docMk/>
      </pc:docMkLst>
      <pc:sldChg chg="del">
        <pc:chgData name="Gabriel Quiroz Cortés" userId="7c871339047fbae7" providerId="LiveId" clId="{F542EF58-DE56-4015-8D20-8150CD5C9981}" dt="2026-02-18T20:33:42.063" v="4851" actId="47"/>
        <pc:sldMkLst>
          <pc:docMk/>
          <pc:sldMk cId="2462422381" sldId="285"/>
        </pc:sldMkLst>
      </pc:sldChg>
      <pc:sldChg chg="del">
        <pc:chgData name="Gabriel Quiroz Cortés" userId="7c871339047fbae7" providerId="LiveId" clId="{F542EF58-DE56-4015-8D20-8150CD5C9981}" dt="2026-02-18T20:33:42.063" v="4851" actId="47"/>
        <pc:sldMkLst>
          <pc:docMk/>
          <pc:sldMk cId="1879817049" sldId="286"/>
        </pc:sldMkLst>
      </pc:sldChg>
      <pc:sldChg chg="del">
        <pc:chgData name="Gabriel Quiroz Cortés" userId="7c871339047fbae7" providerId="LiveId" clId="{F542EF58-DE56-4015-8D20-8150CD5C9981}" dt="2026-02-18T20:33:42.063" v="4851" actId="47"/>
        <pc:sldMkLst>
          <pc:docMk/>
          <pc:sldMk cId="1227666026" sldId="287"/>
        </pc:sldMkLst>
      </pc:sldChg>
      <pc:sldChg chg="del">
        <pc:chgData name="Gabriel Quiroz Cortés" userId="7c871339047fbae7" providerId="LiveId" clId="{F542EF58-DE56-4015-8D20-8150CD5C9981}" dt="2026-02-18T20:33:42.063" v="4851" actId="47"/>
        <pc:sldMkLst>
          <pc:docMk/>
          <pc:sldMk cId="3611280572" sldId="288"/>
        </pc:sldMkLst>
      </pc:sldChg>
      <pc:sldChg chg="del">
        <pc:chgData name="Gabriel Quiroz Cortés" userId="7c871339047fbae7" providerId="LiveId" clId="{F542EF58-DE56-4015-8D20-8150CD5C9981}" dt="2026-02-18T20:33:42.063" v="4851" actId="47"/>
        <pc:sldMkLst>
          <pc:docMk/>
          <pc:sldMk cId="379978678" sldId="289"/>
        </pc:sldMkLst>
      </pc:sldChg>
      <pc:sldChg chg="del">
        <pc:chgData name="Gabriel Quiroz Cortés" userId="7c871339047fbae7" providerId="LiveId" clId="{F542EF58-DE56-4015-8D20-8150CD5C9981}" dt="2026-02-18T20:33:42.063" v="4851" actId="47"/>
        <pc:sldMkLst>
          <pc:docMk/>
          <pc:sldMk cId="425010933" sldId="290"/>
        </pc:sldMkLst>
      </pc:sldChg>
      <pc:sldChg chg="modSp mod">
        <pc:chgData name="Gabriel Quiroz Cortés" userId="7c871339047fbae7" providerId="LiveId" clId="{F542EF58-DE56-4015-8D20-8150CD5C9981}" dt="2026-02-18T19:53:06.202" v="3872" actId="20577"/>
        <pc:sldMkLst>
          <pc:docMk/>
          <pc:sldMk cId="558615766" sldId="294"/>
        </pc:sldMkLst>
        <pc:spChg chg="mod">
          <ac:chgData name="Gabriel Quiroz Cortés" userId="7c871339047fbae7" providerId="LiveId" clId="{F542EF58-DE56-4015-8D20-8150CD5C9981}" dt="2026-02-18T19:53:06.202" v="3872" actId="20577"/>
          <ac:spMkLst>
            <pc:docMk/>
            <pc:sldMk cId="558615766" sldId="294"/>
            <ac:spMk id="2" creationId="{441A1CD7-B510-787E-F0BA-8C2E839F8CCE}"/>
          </ac:spMkLst>
        </pc:spChg>
        <pc:spChg chg="mod">
          <ac:chgData name="Gabriel Quiroz Cortés" userId="7c871339047fbae7" providerId="LiveId" clId="{F542EF58-DE56-4015-8D20-8150CD5C9981}" dt="2026-02-09T00:35:42.657" v="176" actId="207"/>
          <ac:spMkLst>
            <pc:docMk/>
            <pc:sldMk cId="558615766" sldId="294"/>
            <ac:spMk id="3" creationId="{72014950-1671-BD0B-6DDE-428CBE8328DB}"/>
          </ac:spMkLst>
        </pc:spChg>
        <pc:spChg chg="mod">
          <ac:chgData name="Gabriel Quiroz Cortés" userId="7c871339047fbae7" providerId="LiveId" clId="{F542EF58-DE56-4015-8D20-8150CD5C9981}" dt="2026-02-09T00:34:28.411" v="11" actId="20577"/>
          <ac:spMkLst>
            <pc:docMk/>
            <pc:sldMk cId="558615766" sldId="294"/>
            <ac:spMk id="4" creationId="{9F403855-3B2F-0B66-6ADB-43D73BEF6A65}"/>
          </ac:spMkLst>
        </pc:spChg>
      </pc:sldChg>
      <pc:sldChg chg="modSp del mod">
        <pc:chgData name="Gabriel Quiroz Cortés" userId="7c871339047fbae7" providerId="LiveId" clId="{F542EF58-DE56-4015-8D20-8150CD5C9981}" dt="2026-02-18T19:53:14.078" v="3873" actId="47"/>
        <pc:sldMkLst>
          <pc:docMk/>
          <pc:sldMk cId="3651434594" sldId="295"/>
        </pc:sldMkLst>
      </pc:sldChg>
      <pc:sldChg chg="modSp del mod">
        <pc:chgData name="Gabriel Quiroz Cortés" userId="7c871339047fbae7" providerId="LiveId" clId="{F542EF58-DE56-4015-8D20-8150CD5C9981}" dt="2026-02-18T20:17:09.830" v="4732" actId="47"/>
        <pc:sldMkLst>
          <pc:docMk/>
          <pc:sldMk cId="3444001551" sldId="298"/>
        </pc:sldMkLst>
      </pc:sldChg>
      <pc:sldChg chg="del">
        <pc:chgData name="Gabriel Quiroz Cortés" userId="7c871339047fbae7" providerId="LiveId" clId="{F542EF58-DE56-4015-8D20-8150CD5C9981}" dt="2026-02-18T20:33:42.063" v="4851" actId="47"/>
        <pc:sldMkLst>
          <pc:docMk/>
          <pc:sldMk cId="4217275090" sldId="299"/>
        </pc:sldMkLst>
      </pc:sldChg>
      <pc:sldChg chg="del">
        <pc:chgData name="Gabriel Quiroz Cortés" userId="7c871339047fbae7" providerId="LiveId" clId="{F542EF58-DE56-4015-8D20-8150CD5C9981}" dt="2026-02-18T20:33:42.063" v="4851" actId="47"/>
        <pc:sldMkLst>
          <pc:docMk/>
          <pc:sldMk cId="1253155169" sldId="300"/>
        </pc:sldMkLst>
      </pc:sldChg>
      <pc:sldChg chg="del">
        <pc:chgData name="Gabriel Quiroz Cortés" userId="7c871339047fbae7" providerId="LiveId" clId="{F542EF58-DE56-4015-8D20-8150CD5C9981}" dt="2026-02-18T20:33:42.063" v="4851" actId="47"/>
        <pc:sldMkLst>
          <pc:docMk/>
          <pc:sldMk cId="383892439" sldId="301"/>
        </pc:sldMkLst>
      </pc:sldChg>
      <pc:sldChg chg="addSp delSp modSp mod ord">
        <pc:chgData name="Gabriel Quiroz Cortés" userId="7c871339047fbae7" providerId="LiveId" clId="{F542EF58-DE56-4015-8D20-8150CD5C9981}" dt="2026-02-19T15:26:08.277" v="5125" actId="20577"/>
        <pc:sldMkLst>
          <pc:docMk/>
          <pc:sldMk cId="915744278" sldId="302"/>
        </pc:sldMkLst>
        <pc:spChg chg="mod">
          <ac:chgData name="Gabriel Quiroz Cortés" userId="7c871339047fbae7" providerId="LiveId" clId="{F542EF58-DE56-4015-8D20-8150CD5C9981}" dt="2026-02-18T19:53:53.032" v="3887" actId="1036"/>
          <ac:spMkLst>
            <pc:docMk/>
            <pc:sldMk cId="915744278" sldId="302"/>
            <ac:spMk id="2" creationId="{AF56B234-7912-0204-37D3-76FF0C913522}"/>
          </ac:spMkLst>
        </pc:spChg>
        <pc:spChg chg="mod">
          <ac:chgData name="Gabriel Quiroz Cortés" userId="7c871339047fbae7" providerId="LiveId" clId="{F542EF58-DE56-4015-8D20-8150CD5C9981}" dt="2026-02-19T15:26:08.277" v="5125" actId="20577"/>
          <ac:spMkLst>
            <pc:docMk/>
            <pc:sldMk cId="915744278" sldId="302"/>
            <ac:spMk id="3" creationId="{EC79C08F-A01E-1C48-A65B-E60AABE69C92}"/>
          </ac:spMkLst>
        </pc:spChg>
        <pc:spChg chg="add mod">
          <ac:chgData name="Gabriel Quiroz Cortés" userId="7c871339047fbae7" providerId="LiveId" clId="{F542EF58-DE56-4015-8D20-8150CD5C9981}" dt="2026-02-18T20:33:31.333" v="4850" actId="1036"/>
          <ac:spMkLst>
            <pc:docMk/>
            <pc:sldMk cId="915744278" sldId="302"/>
            <ac:spMk id="4" creationId="{5F7C86A7-7823-03AA-5E23-BD558194069E}"/>
          </ac:spMkLst>
        </pc:spChg>
        <pc:spChg chg="add mod">
          <ac:chgData name="Gabriel Quiroz Cortés" userId="7c871339047fbae7" providerId="LiveId" clId="{F542EF58-DE56-4015-8D20-8150CD5C9981}" dt="2026-02-18T20:33:19.184" v="4845" actId="404"/>
          <ac:spMkLst>
            <pc:docMk/>
            <pc:sldMk cId="915744278" sldId="302"/>
            <ac:spMk id="5" creationId="{FD569F63-8973-6D8C-88C7-B267035A485A}"/>
          </ac:spMkLst>
        </pc:spChg>
      </pc:sldChg>
      <pc:sldChg chg="addSp delSp modSp add del mod ord">
        <pc:chgData name="Gabriel Quiroz Cortés" userId="7c871339047fbae7" providerId="LiveId" clId="{F542EF58-DE56-4015-8D20-8150CD5C9981}" dt="2026-02-18T20:33:42.063" v="4851" actId="47"/>
        <pc:sldMkLst>
          <pc:docMk/>
          <pc:sldMk cId="2111856304" sldId="303"/>
        </pc:sldMkLst>
      </pc:sldChg>
      <pc:sldChg chg="modSp add del mod">
        <pc:chgData name="Gabriel Quiroz Cortés" userId="7c871339047fbae7" providerId="LiveId" clId="{F542EF58-DE56-4015-8D20-8150CD5C9981}" dt="2026-02-18T20:33:42.063" v="4851" actId="47"/>
        <pc:sldMkLst>
          <pc:docMk/>
          <pc:sldMk cId="4126429895" sldId="304"/>
        </pc:sldMkLst>
      </pc:sldChg>
      <pc:sldChg chg="modSp add del mod">
        <pc:chgData name="Gabriel Quiroz Cortés" userId="7c871339047fbae7" providerId="LiveId" clId="{F542EF58-DE56-4015-8D20-8150CD5C9981}" dt="2026-02-18T20:33:42.063" v="4851" actId="47"/>
        <pc:sldMkLst>
          <pc:docMk/>
          <pc:sldMk cId="3713464218" sldId="305"/>
        </pc:sldMkLst>
      </pc:sldChg>
      <pc:sldChg chg="add del">
        <pc:chgData name="Gabriel Quiroz Cortés" userId="7c871339047fbae7" providerId="LiveId" clId="{F542EF58-DE56-4015-8D20-8150CD5C9981}" dt="2026-02-18T20:33:42.063" v="4851" actId="47"/>
        <pc:sldMkLst>
          <pc:docMk/>
          <pc:sldMk cId="806604431" sldId="306"/>
        </pc:sldMkLst>
      </pc:sldChg>
      <pc:sldChg chg="delSp modSp add mod ord">
        <pc:chgData name="Gabriel Quiroz Cortés" userId="7c871339047fbae7" providerId="LiveId" clId="{F542EF58-DE56-4015-8D20-8150CD5C9981}" dt="2026-02-18T20:29:25.802" v="4816" actId="114"/>
        <pc:sldMkLst>
          <pc:docMk/>
          <pc:sldMk cId="1046073087" sldId="307"/>
        </pc:sldMkLst>
        <pc:spChg chg="mod">
          <ac:chgData name="Gabriel Quiroz Cortés" userId="7c871339047fbae7" providerId="LiveId" clId="{F542EF58-DE56-4015-8D20-8150CD5C9981}" dt="2026-02-18T20:24:32.963" v="4801" actId="20577"/>
          <ac:spMkLst>
            <pc:docMk/>
            <pc:sldMk cId="1046073087" sldId="307"/>
            <ac:spMk id="2" creationId="{07265C1D-37F1-7547-036A-E0B716DEBF95}"/>
          </ac:spMkLst>
        </pc:spChg>
        <pc:spChg chg="mod">
          <ac:chgData name="Gabriel Quiroz Cortés" userId="7c871339047fbae7" providerId="LiveId" clId="{F542EF58-DE56-4015-8D20-8150CD5C9981}" dt="2026-02-18T20:29:25.802" v="4816" actId="114"/>
          <ac:spMkLst>
            <pc:docMk/>
            <pc:sldMk cId="1046073087" sldId="307"/>
            <ac:spMk id="3" creationId="{FAC014AD-D7ED-B6E0-7F6C-3B025C691F6A}"/>
          </ac:spMkLst>
        </pc:spChg>
        <pc:spChg chg="del">
          <ac:chgData name="Gabriel Quiroz Cortés" userId="7c871339047fbae7" providerId="LiveId" clId="{F542EF58-DE56-4015-8D20-8150CD5C9981}" dt="2026-02-18T20:24:38.437" v="4802" actId="478"/>
          <ac:spMkLst>
            <pc:docMk/>
            <pc:sldMk cId="1046073087" sldId="307"/>
            <ac:spMk id="4" creationId="{AD840F54-0072-9A95-A7B9-88158638AC1B}"/>
          </ac:spMkLst>
        </pc:spChg>
        <pc:spChg chg="del">
          <ac:chgData name="Gabriel Quiroz Cortés" userId="7c871339047fbae7" providerId="LiveId" clId="{F542EF58-DE56-4015-8D20-8150CD5C9981}" dt="2026-02-18T20:24:40.333" v="4803" actId="478"/>
          <ac:spMkLst>
            <pc:docMk/>
            <pc:sldMk cId="1046073087" sldId="307"/>
            <ac:spMk id="5" creationId="{2F16EE79-1D6D-2202-9A5A-F522B4E39FEB}"/>
          </ac:spMkLst>
        </pc:spChg>
      </pc:sldChg>
      <pc:sldChg chg="addSp delSp modSp add mod">
        <pc:chgData name="Gabriel Quiroz Cortés" userId="7c871339047fbae7" providerId="LiveId" clId="{F542EF58-DE56-4015-8D20-8150CD5C9981}" dt="2026-02-18T21:26:58.048" v="5108" actId="1037"/>
        <pc:sldMkLst>
          <pc:docMk/>
          <pc:sldMk cId="1474467341" sldId="308"/>
        </pc:sldMkLst>
        <pc:spChg chg="mod">
          <ac:chgData name="Gabriel Quiroz Cortés" userId="7c871339047fbae7" providerId="LiveId" clId="{F542EF58-DE56-4015-8D20-8150CD5C9981}" dt="2026-02-18T20:33:49.434" v="4862" actId="20577"/>
          <ac:spMkLst>
            <pc:docMk/>
            <pc:sldMk cId="1474467341" sldId="308"/>
            <ac:spMk id="2" creationId="{C8B0CBD8-8508-4F91-2363-19BB8088D4C9}"/>
          </ac:spMkLst>
        </pc:spChg>
        <pc:spChg chg="add del mod">
          <ac:chgData name="Gabriel Quiroz Cortés" userId="7c871339047fbae7" providerId="LiveId" clId="{F542EF58-DE56-4015-8D20-8150CD5C9981}" dt="2026-02-18T21:26:58.048" v="5108" actId="1037"/>
          <ac:spMkLst>
            <pc:docMk/>
            <pc:sldMk cId="1474467341" sldId="308"/>
            <ac:spMk id="3" creationId="{34544FDD-4EC1-DADF-6657-934DD4C8E825}"/>
          </ac:spMkLst>
        </pc:spChg>
        <pc:spChg chg="add del">
          <ac:chgData name="Gabriel Quiroz Cortés" userId="7c871339047fbae7" providerId="LiveId" clId="{F542EF58-DE56-4015-8D20-8150CD5C9981}" dt="2026-02-18T20:38:25.265" v="4869" actId="478"/>
          <ac:spMkLst>
            <pc:docMk/>
            <pc:sldMk cId="1474467341" sldId="308"/>
            <ac:spMk id="4" creationId="{2822FCC1-BAE3-3EB6-E017-D46EE3932A09}"/>
          </ac:spMkLst>
        </pc:spChg>
        <pc:spChg chg="del">
          <ac:chgData name="Gabriel Quiroz Cortés" userId="7c871339047fbae7" providerId="LiveId" clId="{F542EF58-DE56-4015-8D20-8150CD5C9981}" dt="2026-02-18T20:38:27.015" v="4870" actId="478"/>
          <ac:spMkLst>
            <pc:docMk/>
            <pc:sldMk cId="1474467341" sldId="308"/>
            <ac:spMk id="5" creationId="{9A846BCE-BC15-6ABF-48E5-602C23B2465D}"/>
          </ac:spMkLst>
        </pc:spChg>
        <pc:spChg chg="add del mod">
          <ac:chgData name="Gabriel Quiroz Cortés" userId="7c871339047fbae7" providerId="LiveId" clId="{F542EF58-DE56-4015-8D20-8150CD5C9981}" dt="2026-02-18T20:38:21.114" v="4868" actId="478"/>
          <ac:spMkLst>
            <pc:docMk/>
            <pc:sldMk cId="1474467341" sldId="308"/>
            <ac:spMk id="7" creationId="{BE25C205-6001-474C-74D6-995BA7BDF218}"/>
          </ac:spMkLst>
        </pc:spChg>
        <pc:picChg chg="add">
          <ac:chgData name="Gabriel Quiroz Cortés" userId="7c871339047fbae7" providerId="LiveId" clId="{F542EF58-DE56-4015-8D20-8150CD5C9981}" dt="2026-02-18T20:38:30.910" v="4871"/>
          <ac:picMkLst>
            <pc:docMk/>
            <pc:sldMk cId="1474467341" sldId="308"/>
            <ac:picMk id="8" creationId="{491D1E39-A4E4-9D50-7E6C-37963F702F2B}"/>
          </ac:picMkLst>
        </pc:picChg>
        <pc:picChg chg="add mod">
          <ac:chgData name="Gabriel Quiroz Cortés" userId="7c871339047fbae7" providerId="LiveId" clId="{F542EF58-DE56-4015-8D20-8150CD5C9981}" dt="2026-02-18T21:26:58.048" v="5108" actId="1037"/>
          <ac:picMkLst>
            <pc:docMk/>
            <pc:sldMk cId="1474467341" sldId="308"/>
            <ac:picMk id="9" creationId="{5A7F23FF-A24B-658B-B943-1B1BC37A7C97}"/>
          </ac:picMkLst>
        </pc:picChg>
      </pc:sldChg>
      <pc:sldChg chg="addSp delSp modSp add del mod">
        <pc:chgData name="Gabriel Quiroz Cortés" userId="7c871339047fbae7" providerId="LiveId" clId="{F542EF58-DE56-4015-8D20-8150CD5C9981}" dt="2026-02-18T21:30:47.838" v="5109" actId="47"/>
        <pc:sldMkLst>
          <pc:docMk/>
          <pc:sldMk cId="2529734429" sldId="309"/>
        </pc:sldMkLst>
        <pc:spChg chg="del">
          <ac:chgData name="Gabriel Quiroz Cortés" userId="7c871339047fbae7" providerId="LiveId" clId="{F542EF58-DE56-4015-8D20-8150CD5C9981}" dt="2026-02-18T20:41:54.443" v="4944" actId="478"/>
          <ac:spMkLst>
            <pc:docMk/>
            <pc:sldMk cId="2529734429" sldId="309"/>
            <ac:spMk id="3" creationId="{41D3C287-EE19-9AF4-6E25-C80D0348FF08}"/>
          </ac:spMkLst>
        </pc:spChg>
        <pc:spChg chg="add del mod">
          <ac:chgData name="Gabriel Quiroz Cortés" userId="7c871339047fbae7" providerId="LiveId" clId="{F542EF58-DE56-4015-8D20-8150CD5C9981}" dt="2026-02-18T20:41:57.158" v="4945" actId="478"/>
          <ac:spMkLst>
            <pc:docMk/>
            <pc:sldMk cId="2529734429" sldId="309"/>
            <ac:spMk id="5" creationId="{8061CC2A-E161-D0CB-4B59-E8DE7B91644F}"/>
          </ac:spMkLst>
        </pc:spChg>
        <pc:spChg chg="add mod">
          <ac:chgData name="Gabriel Quiroz Cortés" userId="7c871339047fbae7" providerId="LiveId" clId="{F542EF58-DE56-4015-8D20-8150CD5C9981}" dt="2026-02-18T20:46:28.220" v="5026" actId="1036"/>
          <ac:spMkLst>
            <pc:docMk/>
            <pc:sldMk cId="2529734429" sldId="309"/>
            <ac:spMk id="7" creationId="{76C68E10-04CE-7AEA-25DD-2BC4A5717E17}"/>
          </ac:spMkLst>
        </pc:spChg>
        <pc:picChg chg="add del mod">
          <ac:chgData name="Gabriel Quiroz Cortés" userId="7c871339047fbae7" providerId="LiveId" clId="{F542EF58-DE56-4015-8D20-8150CD5C9981}" dt="2026-02-18T20:46:43.447" v="5028" actId="478"/>
          <ac:picMkLst>
            <pc:docMk/>
            <pc:sldMk cId="2529734429" sldId="309"/>
            <ac:picMk id="6" creationId="{DB6DDD73-5FDB-DAD8-5D7C-8D57E67CE9F9}"/>
          </ac:picMkLst>
        </pc:picChg>
        <pc:picChg chg="del">
          <ac:chgData name="Gabriel Quiroz Cortés" userId="7c871339047fbae7" providerId="LiveId" clId="{F542EF58-DE56-4015-8D20-8150CD5C9981}" dt="2026-02-18T20:41:58.438" v="4946" actId="478"/>
          <ac:picMkLst>
            <pc:docMk/>
            <pc:sldMk cId="2529734429" sldId="309"/>
            <ac:picMk id="9" creationId="{3A638395-C475-D813-FF2D-585C382B17CE}"/>
          </ac:picMkLst>
        </pc:picChg>
      </pc:sldChg>
      <pc:sldChg chg="addSp modSp add mod ord">
        <pc:chgData name="Gabriel Quiroz Cortés" userId="7c871339047fbae7" providerId="LiveId" clId="{F542EF58-DE56-4015-8D20-8150CD5C9981}" dt="2026-02-18T21:32:17.209" v="5113" actId="1076"/>
        <pc:sldMkLst>
          <pc:docMk/>
          <pc:sldMk cId="1499399413" sldId="310"/>
        </pc:sldMkLst>
        <pc:spChg chg="mod">
          <ac:chgData name="Gabriel Quiroz Cortés" userId="7c871339047fbae7" providerId="LiveId" clId="{F542EF58-DE56-4015-8D20-8150CD5C9981}" dt="2026-02-18T21:26:46.064" v="5064" actId="1037"/>
          <ac:spMkLst>
            <pc:docMk/>
            <pc:sldMk cId="1499399413" sldId="310"/>
            <ac:spMk id="7" creationId="{A8F56FAD-DCB5-718E-5A4D-5F5265AED296}"/>
          </ac:spMkLst>
        </pc:spChg>
        <pc:picChg chg="add mod">
          <ac:chgData name="Gabriel Quiroz Cortés" userId="7c871339047fbae7" providerId="LiveId" clId="{F542EF58-DE56-4015-8D20-8150CD5C9981}" dt="2026-02-18T21:32:17.209" v="5113" actId="1076"/>
          <ac:picMkLst>
            <pc:docMk/>
            <pc:sldMk cId="1499399413" sldId="310"/>
            <ac:picMk id="4" creationId="{C38FB8F0-BEB4-83BC-E92E-ABC07B18DFD6}"/>
          </ac:picMkLst>
        </pc:picChg>
        <pc:picChg chg="mod">
          <ac:chgData name="Gabriel Quiroz Cortés" userId="7c871339047fbae7" providerId="LiveId" clId="{F542EF58-DE56-4015-8D20-8150CD5C9981}" dt="2026-02-18T21:26:46.064" v="5064" actId="1037"/>
          <ac:picMkLst>
            <pc:docMk/>
            <pc:sldMk cId="1499399413" sldId="310"/>
            <ac:picMk id="6" creationId="{194789E7-1EB2-971A-B3E5-80BE06216592}"/>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A4AC04-2AF9-1DE1-6A3E-40776F355658}"/>
              </a:ext>
            </a:extLst>
          </p:cNvPr>
          <p:cNvSpPr>
            <a:spLocks noGrp="1"/>
          </p:cNvSpPr>
          <p:nvPr>
            <p:ph type="ctrTitle"/>
          </p:nvPr>
        </p:nvSpPr>
        <p:spPr>
          <a:xfrm>
            <a:off x="1524000" y="4761246"/>
            <a:ext cx="9144000" cy="509588"/>
          </a:xfrm>
        </p:spPr>
        <p:txBody>
          <a:bodyPr anchor="b">
            <a:normAutofit/>
          </a:bodyPr>
          <a:lstStyle>
            <a:lvl1pPr algn="ctr">
              <a:defRPr sz="3000" b="1" i="0">
                <a:solidFill>
                  <a:schemeClr val="bg1"/>
                </a:solidFill>
                <a:latin typeface="Calibri" panose="020F0502020204030204" pitchFamily="34" charset="0"/>
                <a:cs typeface="Calibri" panose="020F0502020204030204" pitchFamily="34" charset="0"/>
              </a:defRPr>
            </a:lvl1pPr>
          </a:lstStyle>
          <a:p>
            <a:r>
              <a:rPr lang="es-MX" dirty="0"/>
              <a:t>Haz clic para modificar el estilo de título del patrón</a:t>
            </a:r>
            <a:endParaRPr lang="es-CO" dirty="0"/>
          </a:p>
        </p:txBody>
      </p:sp>
      <p:sp>
        <p:nvSpPr>
          <p:cNvPr id="3" name="Subtítulo 2">
            <a:extLst>
              <a:ext uri="{FF2B5EF4-FFF2-40B4-BE49-F238E27FC236}">
                <a16:creationId xmlns:a16="http://schemas.microsoft.com/office/drawing/2014/main" id="{61C4777D-9F5A-9773-7D51-9B563FC0731F}"/>
              </a:ext>
            </a:extLst>
          </p:cNvPr>
          <p:cNvSpPr>
            <a:spLocks noGrp="1"/>
          </p:cNvSpPr>
          <p:nvPr>
            <p:ph type="subTitle" idx="1"/>
          </p:nvPr>
        </p:nvSpPr>
        <p:spPr>
          <a:xfrm>
            <a:off x="1524000" y="5485605"/>
            <a:ext cx="9144000" cy="357187"/>
          </a:xfrm>
        </p:spPr>
        <p:txBody>
          <a:bodyPr/>
          <a:lstStyle>
            <a:lvl1pPr marL="0" indent="0" algn="ctr">
              <a:buNone/>
              <a:defRPr sz="2400">
                <a:solidFill>
                  <a:schemeClr val="bg2">
                    <a:lumMod val="1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Haz clic para editar el estilo de subtítulo del patrón</a:t>
            </a:r>
            <a:endParaRPr lang="es-CO" dirty="0"/>
          </a:p>
        </p:txBody>
      </p:sp>
      <p:sp>
        <p:nvSpPr>
          <p:cNvPr id="12" name="Marcador de texto 11">
            <a:extLst>
              <a:ext uri="{FF2B5EF4-FFF2-40B4-BE49-F238E27FC236}">
                <a16:creationId xmlns:a16="http://schemas.microsoft.com/office/drawing/2014/main" id="{89933B9B-7061-A691-DACF-6413A0220A21}"/>
              </a:ext>
            </a:extLst>
          </p:cNvPr>
          <p:cNvSpPr>
            <a:spLocks noGrp="1"/>
          </p:cNvSpPr>
          <p:nvPr>
            <p:ph type="body" sz="quarter" idx="10" hasCustomPrompt="1"/>
          </p:nvPr>
        </p:nvSpPr>
        <p:spPr>
          <a:xfrm>
            <a:off x="8848975" y="363704"/>
            <a:ext cx="2857500" cy="357188"/>
          </a:xfrm>
        </p:spPr>
        <p:txBody>
          <a:bodyPr>
            <a:noAutofit/>
          </a:bodyPr>
          <a:lstStyle>
            <a:lvl1pPr marL="0" indent="0" algn="r">
              <a:buNone/>
              <a:defRPr sz="2200">
                <a:solidFill>
                  <a:srgbClr val="015227"/>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MX" dirty="0"/>
              <a:t>00 de fecha de 2025</a:t>
            </a:r>
            <a:endParaRPr lang="es-CO" dirty="0"/>
          </a:p>
        </p:txBody>
      </p:sp>
    </p:spTree>
    <p:extLst>
      <p:ext uri="{BB962C8B-B14F-4D97-AF65-F5344CB8AC3E}">
        <p14:creationId xmlns:p14="http://schemas.microsoft.com/office/powerpoint/2010/main" val="2783428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0B580C-B96F-B2CA-F9B4-38C3D4956336}"/>
              </a:ext>
            </a:extLst>
          </p:cNvPr>
          <p:cNvSpPr>
            <a:spLocks noGrp="1"/>
          </p:cNvSpPr>
          <p:nvPr>
            <p:ph type="title" hasCustomPrompt="1"/>
          </p:nvPr>
        </p:nvSpPr>
        <p:spPr>
          <a:xfrm>
            <a:off x="5975684" y="2111209"/>
            <a:ext cx="5089525" cy="1733550"/>
          </a:xfrm>
        </p:spPr>
        <p:txBody>
          <a:bodyPr anchor="b">
            <a:normAutofit/>
          </a:bodyPr>
          <a:lstStyle>
            <a:lvl1pPr>
              <a:defRPr sz="5000" b="1" i="0">
                <a:solidFill>
                  <a:schemeClr val="bg2">
                    <a:lumMod val="10000"/>
                  </a:schemeClr>
                </a:solidFill>
                <a:latin typeface="Calibri" panose="020F0502020204030204" pitchFamily="34" charset="0"/>
                <a:cs typeface="Calibri" panose="020F0502020204030204" pitchFamily="34" charset="0"/>
              </a:defRPr>
            </a:lvl1pPr>
          </a:lstStyle>
          <a:p>
            <a:r>
              <a:rPr lang="es-MX" dirty="0"/>
              <a:t>HAZ CLIC PARA MODIFICAR</a:t>
            </a:r>
            <a:endParaRPr lang="es-CO" dirty="0"/>
          </a:p>
        </p:txBody>
      </p:sp>
      <p:sp>
        <p:nvSpPr>
          <p:cNvPr id="3" name="Marcador de texto 2">
            <a:extLst>
              <a:ext uri="{FF2B5EF4-FFF2-40B4-BE49-F238E27FC236}">
                <a16:creationId xmlns:a16="http://schemas.microsoft.com/office/drawing/2014/main" id="{2C8650BF-BBA7-32E3-A43D-B818FD3C7568}"/>
              </a:ext>
            </a:extLst>
          </p:cNvPr>
          <p:cNvSpPr>
            <a:spLocks noGrp="1"/>
          </p:cNvSpPr>
          <p:nvPr>
            <p:ph type="body" idx="1" hasCustomPrompt="1"/>
          </p:nvPr>
        </p:nvSpPr>
        <p:spPr>
          <a:xfrm>
            <a:off x="4361196" y="1622259"/>
            <a:ext cx="1614488" cy="2711450"/>
          </a:xfrm>
        </p:spPr>
        <p:txBody>
          <a:bodyPr>
            <a:noAutofit/>
          </a:bodyPr>
          <a:lstStyle>
            <a:lvl1pPr marL="0" indent="0">
              <a:buNone/>
              <a:defRPr sz="25000" b="1" i="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dirty="0"/>
              <a:t>1</a:t>
            </a:r>
          </a:p>
        </p:txBody>
      </p:sp>
    </p:spTree>
    <p:extLst>
      <p:ext uri="{BB962C8B-B14F-4D97-AF65-F5344CB8AC3E}">
        <p14:creationId xmlns:p14="http://schemas.microsoft.com/office/powerpoint/2010/main" val="1582863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exto Importan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B7BBF8-608B-CCE2-6E80-9CACB57E7CC0}"/>
              </a:ext>
            </a:extLst>
          </p:cNvPr>
          <p:cNvSpPr>
            <a:spLocks noGrp="1"/>
          </p:cNvSpPr>
          <p:nvPr>
            <p:ph idx="1" hasCustomPrompt="1"/>
          </p:nvPr>
        </p:nvSpPr>
        <p:spPr>
          <a:xfrm>
            <a:off x="838200" y="1892860"/>
            <a:ext cx="10515600" cy="2289175"/>
          </a:xfrm>
        </p:spPr>
        <p:txBody>
          <a:bodyPr/>
          <a:lstStyle>
            <a:lvl1pPr marL="0" indent="0" algn="ctr">
              <a:buNone/>
              <a:defRPr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MX" dirty="0"/>
              <a:t>Haga clic para modificar los estilos de texto del patrón haga clic para modificar los estilos de texto del patrón haga clic para modificar los estilos de texto del patrón haga clic para modificar los estilos de texto del patrón haga clic para modificar los estilos de texto del patrón haga clic para modificar los estilos de texto del patrón.</a:t>
            </a:r>
          </a:p>
        </p:txBody>
      </p:sp>
    </p:spTree>
    <p:extLst>
      <p:ext uri="{BB962C8B-B14F-4D97-AF65-F5344CB8AC3E}">
        <p14:creationId xmlns:p14="http://schemas.microsoft.com/office/powerpoint/2010/main" val="1607267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o Importan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B7BBF8-608B-CCE2-6E80-9CACB57E7CC0}"/>
              </a:ext>
            </a:extLst>
          </p:cNvPr>
          <p:cNvSpPr>
            <a:spLocks noGrp="1"/>
          </p:cNvSpPr>
          <p:nvPr>
            <p:ph idx="1" hasCustomPrompt="1"/>
          </p:nvPr>
        </p:nvSpPr>
        <p:spPr>
          <a:xfrm>
            <a:off x="838200" y="1892860"/>
            <a:ext cx="10515600" cy="2289175"/>
          </a:xfrm>
        </p:spPr>
        <p:txBody>
          <a:bodyPr/>
          <a:lstStyle>
            <a:lvl1pPr marL="0" indent="0" algn="ctr">
              <a:buNone/>
              <a:defRPr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MX" dirty="0"/>
              <a:t>Haga clic para modificar los estilos de texto del patrón haga clic para modificar los estilos de texto del patrón haga clic para modificar los estilos de texto del patrón haga clic para modificar los estilos de texto del patrón haga clic para modificar los estilos de texto del patrón haga clic para modificar los estilos de texto del patrón.</a:t>
            </a:r>
          </a:p>
        </p:txBody>
      </p:sp>
    </p:spTree>
    <p:extLst>
      <p:ext uri="{BB962C8B-B14F-4D97-AF65-F5344CB8AC3E}">
        <p14:creationId xmlns:p14="http://schemas.microsoft.com/office/powerpoint/2010/main" val="1137920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0B580C-B96F-B2CA-F9B4-38C3D4956336}"/>
              </a:ext>
            </a:extLst>
          </p:cNvPr>
          <p:cNvSpPr>
            <a:spLocks noGrp="1"/>
          </p:cNvSpPr>
          <p:nvPr>
            <p:ph type="title" hasCustomPrompt="1"/>
          </p:nvPr>
        </p:nvSpPr>
        <p:spPr>
          <a:xfrm>
            <a:off x="6096000" y="1880937"/>
            <a:ext cx="4331368" cy="2534987"/>
          </a:xfrm>
        </p:spPr>
        <p:txBody>
          <a:bodyPr anchor="b">
            <a:noAutofit/>
          </a:bodyPr>
          <a:lstStyle>
            <a:lvl1pPr>
              <a:defRPr sz="4000" b="1" i="0">
                <a:solidFill>
                  <a:schemeClr val="bg2">
                    <a:lumMod val="10000"/>
                  </a:schemeClr>
                </a:solidFill>
                <a:latin typeface="Calibri" panose="020F0502020204030204" pitchFamily="34" charset="0"/>
                <a:cs typeface="Calibri" panose="020F0502020204030204" pitchFamily="34" charset="0"/>
              </a:defRPr>
            </a:lvl1pPr>
          </a:lstStyle>
          <a:p>
            <a:r>
              <a:rPr lang="es-MX" dirty="0"/>
              <a:t>HAZ CLIC PARA MODIFICAR HAZ CLIC PARA MODIFICAR</a:t>
            </a:r>
            <a:endParaRPr lang="es-CO" dirty="0"/>
          </a:p>
        </p:txBody>
      </p:sp>
      <p:sp>
        <p:nvSpPr>
          <p:cNvPr id="3" name="Marcador de texto 2">
            <a:extLst>
              <a:ext uri="{FF2B5EF4-FFF2-40B4-BE49-F238E27FC236}">
                <a16:creationId xmlns:a16="http://schemas.microsoft.com/office/drawing/2014/main" id="{2C8650BF-BBA7-32E3-A43D-B818FD3C7568}"/>
              </a:ext>
            </a:extLst>
          </p:cNvPr>
          <p:cNvSpPr>
            <a:spLocks noGrp="1"/>
          </p:cNvSpPr>
          <p:nvPr>
            <p:ph type="body" idx="1" hasCustomPrompt="1"/>
          </p:nvPr>
        </p:nvSpPr>
        <p:spPr>
          <a:xfrm>
            <a:off x="4361196" y="1622258"/>
            <a:ext cx="1614488" cy="2711450"/>
          </a:xfrm>
        </p:spPr>
        <p:txBody>
          <a:bodyPr>
            <a:noAutofit/>
          </a:bodyPr>
          <a:lstStyle>
            <a:lvl1pPr marL="0" indent="0">
              <a:buNone/>
              <a:defRPr sz="25000" b="1" i="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dirty="0"/>
              <a:t>2</a:t>
            </a:r>
          </a:p>
        </p:txBody>
      </p:sp>
    </p:spTree>
    <p:extLst>
      <p:ext uri="{BB962C8B-B14F-4D97-AF65-F5344CB8AC3E}">
        <p14:creationId xmlns:p14="http://schemas.microsoft.com/office/powerpoint/2010/main" val="2261424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BEB3BC-98CF-89C1-D1B4-04FF1D5AEC6A}"/>
              </a:ext>
            </a:extLst>
          </p:cNvPr>
          <p:cNvSpPr>
            <a:spLocks noGrp="1"/>
          </p:cNvSpPr>
          <p:nvPr>
            <p:ph type="title"/>
          </p:nvPr>
        </p:nvSpPr>
        <p:spPr>
          <a:xfrm>
            <a:off x="2164976" y="365125"/>
            <a:ext cx="6445624" cy="1325563"/>
          </a:xfrm>
        </p:spPr>
        <p:txBody>
          <a:bodyPr/>
          <a:lstStyle>
            <a:lvl1pPr algn="ctr">
              <a:defRPr b="1" i="0">
                <a:solidFill>
                  <a:srgbClr val="015227"/>
                </a:solidFill>
                <a:latin typeface="Calibri" panose="020F0502020204030204" pitchFamily="34" charset="0"/>
                <a:cs typeface="Calibri" panose="020F0502020204030204" pitchFamily="34" charset="0"/>
              </a:defRPr>
            </a:lvl1pPr>
          </a:lstStyle>
          <a:p>
            <a:r>
              <a:rPr lang="es-MX" dirty="0"/>
              <a:t>Haz clic para modificar el estilo de título del patrón</a:t>
            </a:r>
            <a:endParaRPr lang="es-CO" dirty="0"/>
          </a:p>
        </p:txBody>
      </p:sp>
      <p:sp>
        <p:nvSpPr>
          <p:cNvPr id="3" name="Marcador de contenido 2">
            <a:extLst>
              <a:ext uri="{FF2B5EF4-FFF2-40B4-BE49-F238E27FC236}">
                <a16:creationId xmlns:a16="http://schemas.microsoft.com/office/drawing/2014/main" id="{82B7BBF8-608B-CCE2-6E80-9CACB57E7CC0}"/>
              </a:ext>
            </a:extLst>
          </p:cNvPr>
          <p:cNvSpPr>
            <a:spLocks noGrp="1"/>
          </p:cNvSpPr>
          <p:nvPr>
            <p:ph idx="1"/>
          </p:nvPr>
        </p:nvSpPr>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s-CO" dirty="0"/>
          </a:p>
        </p:txBody>
      </p:sp>
    </p:spTree>
    <p:extLst>
      <p:ext uri="{BB962C8B-B14F-4D97-AF65-F5344CB8AC3E}">
        <p14:creationId xmlns:p14="http://schemas.microsoft.com/office/powerpoint/2010/main" val="272142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cabezado de sección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20CEF36-65BC-6347-8183-8F8F6EE04A75}"/>
              </a:ext>
            </a:extLst>
          </p:cNvPr>
          <p:cNvSpPr>
            <a:spLocks noGrp="1"/>
          </p:cNvSpPr>
          <p:nvPr>
            <p:ph type="title" hasCustomPrompt="1"/>
          </p:nvPr>
        </p:nvSpPr>
        <p:spPr>
          <a:xfrm>
            <a:off x="6096000" y="1880937"/>
            <a:ext cx="4331368" cy="2534987"/>
          </a:xfrm>
        </p:spPr>
        <p:txBody>
          <a:bodyPr anchor="b">
            <a:noAutofit/>
          </a:bodyPr>
          <a:lstStyle>
            <a:lvl1pPr>
              <a:defRPr sz="4000" b="1" i="0">
                <a:solidFill>
                  <a:schemeClr val="bg2">
                    <a:lumMod val="10000"/>
                  </a:schemeClr>
                </a:solidFill>
                <a:latin typeface="Calibri" panose="020F0502020204030204" pitchFamily="34" charset="0"/>
                <a:cs typeface="Calibri" panose="020F0502020204030204" pitchFamily="34" charset="0"/>
              </a:defRPr>
            </a:lvl1pPr>
          </a:lstStyle>
          <a:p>
            <a:r>
              <a:rPr lang="es-MX" dirty="0"/>
              <a:t>HAZ CLIC PARA MODIFICAR HAZ CLIC PARA MODIFICAR</a:t>
            </a:r>
            <a:endParaRPr lang="es-CO" dirty="0"/>
          </a:p>
        </p:txBody>
      </p:sp>
      <p:sp>
        <p:nvSpPr>
          <p:cNvPr id="5" name="Marcador de texto 2">
            <a:extLst>
              <a:ext uri="{FF2B5EF4-FFF2-40B4-BE49-F238E27FC236}">
                <a16:creationId xmlns:a16="http://schemas.microsoft.com/office/drawing/2014/main" id="{3091A151-AC31-D586-E752-29283C236530}"/>
              </a:ext>
            </a:extLst>
          </p:cNvPr>
          <p:cNvSpPr>
            <a:spLocks noGrp="1"/>
          </p:cNvSpPr>
          <p:nvPr>
            <p:ph type="body" idx="1" hasCustomPrompt="1"/>
          </p:nvPr>
        </p:nvSpPr>
        <p:spPr>
          <a:xfrm>
            <a:off x="4361196" y="1622258"/>
            <a:ext cx="1614488" cy="2711450"/>
          </a:xfrm>
        </p:spPr>
        <p:txBody>
          <a:bodyPr>
            <a:noAutofit/>
          </a:bodyPr>
          <a:lstStyle>
            <a:lvl1pPr marL="0" indent="0">
              <a:buNone/>
              <a:defRPr sz="25000" b="1" i="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dirty="0"/>
              <a:t>3</a:t>
            </a:r>
          </a:p>
        </p:txBody>
      </p:sp>
    </p:spTree>
    <p:extLst>
      <p:ext uri="{BB962C8B-B14F-4D97-AF65-F5344CB8AC3E}">
        <p14:creationId xmlns:p14="http://schemas.microsoft.com/office/powerpoint/2010/main" val="297689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cabezado de sección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A27D5F1-2B6C-40BA-C3EB-17D6595DAF3C}"/>
              </a:ext>
            </a:extLst>
          </p:cNvPr>
          <p:cNvSpPr>
            <a:spLocks noGrp="1"/>
          </p:cNvSpPr>
          <p:nvPr>
            <p:ph type="title" hasCustomPrompt="1"/>
          </p:nvPr>
        </p:nvSpPr>
        <p:spPr>
          <a:xfrm>
            <a:off x="6096000" y="1880937"/>
            <a:ext cx="4331368" cy="2534987"/>
          </a:xfrm>
        </p:spPr>
        <p:txBody>
          <a:bodyPr anchor="b">
            <a:noAutofit/>
          </a:bodyPr>
          <a:lstStyle>
            <a:lvl1pPr>
              <a:defRPr sz="4000" b="1" i="0">
                <a:solidFill>
                  <a:schemeClr val="bg2">
                    <a:lumMod val="10000"/>
                  </a:schemeClr>
                </a:solidFill>
                <a:latin typeface="Calibri" panose="020F0502020204030204" pitchFamily="34" charset="0"/>
                <a:cs typeface="Calibri" panose="020F0502020204030204" pitchFamily="34" charset="0"/>
              </a:defRPr>
            </a:lvl1pPr>
          </a:lstStyle>
          <a:p>
            <a:r>
              <a:rPr lang="es-MX" dirty="0"/>
              <a:t>HAZ CLIC PARA MODIFICAR HAZ CLIC PARA MODIFICAR</a:t>
            </a:r>
            <a:endParaRPr lang="es-CO" dirty="0"/>
          </a:p>
        </p:txBody>
      </p:sp>
      <p:sp>
        <p:nvSpPr>
          <p:cNvPr id="5" name="Marcador de texto 2">
            <a:extLst>
              <a:ext uri="{FF2B5EF4-FFF2-40B4-BE49-F238E27FC236}">
                <a16:creationId xmlns:a16="http://schemas.microsoft.com/office/drawing/2014/main" id="{9C6D6C88-00BB-0106-1C4B-5B0928D6412A}"/>
              </a:ext>
            </a:extLst>
          </p:cNvPr>
          <p:cNvSpPr>
            <a:spLocks noGrp="1"/>
          </p:cNvSpPr>
          <p:nvPr>
            <p:ph type="body" idx="1" hasCustomPrompt="1"/>
          </p:nvPr>
        </p:nvSpPr>
        <p:spPr>
          <a:xfrm>
            <a:off x="4361196" y="1622258"/>
            <a:ext cx="1614488" cy="2711450"/>
          </a:xfrm>
        </p:spPr>
        <p:txBody>
          <a:bodyPr>
            <a:noAutofit/>
          </a:bodyPr>
          <a:lstStyle>
            <a:lvl1pPr marL="0" indent="0">
              <a:buNone/>
              <a:defRPr sz="25000" b="1" i="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dirty="0"/>
              <a:t>4</a:t>
            </a:r>
          </a:p>
        </p:txBody>
      </p:sp>
    </p:spTree>
    <p:extLst>
      <p:ext uri="{BB962C8B-B14F-4D97-AF65-F5344CB8AC3E}">
        <p14:creationId xmlns:p14="http://schemas.microsoft.com/office/powerpoint/2010/main" val="1049876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cabezado de sección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4504EAA7-E677-6D7E-456D-D92CBB104CBB}"/>
              </a:ext>
            </a:extLst>
          </p:cNvPr>
          <p:cNvSpPr>
            <a:spLocks noGrp="1"/>
          </p:cNvSpPr>
          <p:nvPr>
            <p:ph type="title" hasCustomPrompt="1"/>
          </p:nvPr>
        </p:nvSpPr>
        <p:spPr>
          <a:xfrm>
            <a:off x="6096000" y="1880937"/>
            <a:ext cx="4331368" cy="2534987"/>
          </a:xfrm>
        </p:spPr>
        <p:txBody>
          <a:bodyPr anchor="b">
            <a:noAutofit/>
          </a:bodyPr>
          <a:lstStyle>
            <a:lvl1pPr>
              <a:defRPr sz="4000" b="1" i="0">
                <a:solidFill>
                  <a:schemeClr val="bg2">
                    <a:lumMod val="10000"/>
                  </a:schemeClr>
                </a:solidFill>
                <a:latin typeface="Calibri" panose="020F0502020204030204" pitchFamily="34" charset="0"/>
                <a:cs typeface="Calibri" panose="020F0502020204030204" pitchFamily="34" charset="0"/>
              </a:defRPr>
            </a:lvl1pPr>
          </a:lstStyle>
          <a:p>
            <a:r>
              <a:rPr lang="es-MX" dirty="0"/>
              <a:t>HAZ CLIC PARA MODIFICAR HAZ CLIC PARA MODIFICAR</a:t>
            </a:r>
            <a:endParaRPr lang="es-CO" dirty="0"/>
          </a:p>
        </p:txBody>
      </p:sp>
      <p:sp>
        <p:nvSpPr>
          <p:cNvPr id="5" name="Marcador de texto 2">
            <a:extLst>
              <a:ext uri="{FF2B5EF4-FFF2-40B4-BE49-F238E27FC236}">
                <a16:creationId xmlns:a16="http://schemas.microsoft.com/office/drawing/2014/main" id="{84144827-F458-FEE6-4760-C2193FE327A5}"/>
              </a:ext>
            </a:extLst>
          </p:cNvPr>
          <p:cNvSpPr>
            <a:spLocks noGrp="1"/>
          </p:cNvSpPr>
          <p:nvPr>
            <p:ph type="body" idx="1" hasCustomPrompt="1"/>
          </p:nvPr>
        </p:nvSpPr>
        <p:spPr>
          <a:xfrm>
            <a:off x="4361196" y="1622258"/>
            <a:ext cx="1614488" cy="2711450"/>
          </a:xfrm>
        </p:spPr>
        <p:txBody>
          <a:bodyPr>
            <a:noAutofit/>
          </a:bodyPr>
          <a:lstStyle>
            <a:lvl1pPr marL="0" indent="0">
              <a:buNone/>
              <a:defRPr sz="25000" b="1" i="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dirty="0"/>
              <a:t>5</a:t>
            </a:r>
          </a:p>
        </p:txBody>
      </p:sp>
    </p:spTree>
    <p:extLst>
      <p:ext uri="{BB962C8B-B14F-4D97-AF65-F5344CB8AC3E}">
        <p14:creationId xmlns:p14="http://schemas.microsoft.com/office/powerpoint/2010/main" val="4245775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des o importan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026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Cier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1385BE-B188-7CE7-2DC8-9493FC304426}"/>
              </a:ext>
            </a:extLst>
          </p:cNvPr>
          <p:cNvSpPr>
            <a:spLocks noGrp="1"/>
          </p:cNvSpPr>
          <p:nvPr>
            <p:ph type="title" hasCustomPrompt="1"/>
          </p:nvPr>
        </p:nvSpPr>
        <p:spPr>
          <a:xfrm>
            <a:off x="838200" y="1506071"/>
            <a:ext cx="10515600" cy="2524406"/>
          </a:xfrm>
        </p:spPr>
        <p:txBody>
          <a:bodyPr>
            <a:noAutofit/>
          </a:bodyPr>
          <a:lstStyle>
            <a:lvl1pPr algn="ctr">
              <a:defRPr sz="15000" b="1" i="0">
                <a:solidFill>
                  <a:schemeClr val="bg1"/>
                </a:solidFill>
                <a:latin typeface="Calibri" panose="020F0502020204030204" pitchFamily="34" charset="0"/>
                <a:cs typeface="Calibri" panose="020F0502020204030204" pitchFamily="34" charset="0"/>
              </a:defRPr>
            </a:lvl1pPr>
          </a:lstStyle>
          <a:p>
            <a:r>
              <a:rPr lang="es-MX" dirty="0"/>
              <a:t>¡Gracias!</a:t>
            </a:r>
            <a:endParaRPr lang="es-CO" dirty="0"/>
          </a:p>
        </p:txBody>
      </p:sp>
    </p:spTree>
    <p:extLst>
      <p:ext uri="{BB962C8B-B14F-4D97-AF65-F5344CB8AC3E}">
        <p14:creationId xmlns:p14="http://schemas.microsoft.com/office/powerpoint/2010/main" val="1631108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715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004291-1287-07DC-A279-63F91DFEBCA3}"/>
              </a:ext>
            </a:extLst>
          </p:cNvPr>
          <p:cNvSpPr>
            <a:spLocks noGrp="1"/>
          </p:cNvSpPr>
          <p:nvPr>
            <p:ph type="ctrTitle"/>
          </p:nvPr>
        </p:nvSpPr>
        <p:spPr>
          <a:xfrm>
            <a:off x="6096000" y="1716505"/>
            <a:ext cx="5610476" cy="1339516"/>
          </a:xfrm>
        </p:spPr>
        <p:txBody>
          <a:bodyPr anchor="b">
            <a:noAutofit/>
          </a:bodyPr>
          <a:lstStyle>
            <a:lvl1pPr algn="r">
              <a:defRPr sz="3600" b="1" i="0">
                <a:solidFill>
                  <a:schemeClr val="bg1"/>
                </a:solidFill>
                <a:latin typeface="Calibri" panose="020F0502020204030204" pitchFamily="34" charset="0"/>
                <a:cs typeface="Calibri" panose="020F0502020204030204" pitchFamily="34" charset="0"/>
              </a:defRPr>
            </a:lvl1pPr>
          </a:lstStyle>
          <a:p>
            <a:r>
              <a:rPr lang="es-MX" dirty="0"/>
              <a:t>Haz clic para modificar el estilo de título del patrón</a:t>
            </a:r>
            <a:endParaRPr lang="es-CO" dirty="0"/>
          </a:p>
        </p:txBody>
      </p:sp>
      <p:sp>
        <p:nvSpPr>
          <p:cNvPr id="3" name="Subtítulo 2">
            <a:extLst>
              <a:ext uri="{FF2B5EF4-FFF2-40B4-BE49-F238E27FC236}">
                <a16:creationId xmlns:a16="http://schemas.microsoft.com/office/drawing/2014/main" id="{FB81F602-D359-8C71-7A94-0D5A2FCE8E6B}"/>
              </a:ext>
            </a:extLst>
          </p:cNvPr>
          <p:cNvSpPr>
            <a:spLocks noGrp="1"/>
          </p:cNvSpPr>
          <p:nvPr>
            <p:ph type="subTitle" idx="1"/>
          </p:nvPr>
        </p:nvSpPr>
        <p:spPr>
          <a:xfrm>
            <a:off x="6096000" y="3345760"/>
            <a:ext cx="5358062" cy="1008691"/>
          </a:xfrm>
        </p:spPr>
        <p:txBody>
          <a:bodyPr>
            <a:noAutofit/>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Haz clic para editar el estilo de subtítulo del patrón</a:t>
            </a:r>
            <a:endParaRPr lang="es-CO" dirty="0"/>
          </a:p>
        </p:txBody>
      </p:sp>
      <p:sp>
        <p:nvSpPr>
          <p:cNvPr id="4" name="Marcador de texto 11">
            <a:extLst>
              <a:ext uri="{FF2B5EF4-FFF2-40B4-BE49-F238E27FC236}">
                <a16:creationId xmlns:a16="http://schemas.microsoft.com/office/drawing/2014/main" id="{622444CB-8B91-8E26-27E5-9C4AB35D4736}"/>
              </a:ext>
            </a:extLst>
          </p:cNvPr>
          <p:cNvSpPr>
            <a:spLocks noGrp="1"/>
          </p:cNvSpPr>
          <p:nvPr>
            <p:ph type="body" sz="quarter" idx="10" hasCustomPrompt="1"/>
          </p:nvPr>
        </p:nvSpPr>
        <p:spPr>
          <a:xfrm>
            <a:off x="8848975" y="363704"/>
            <a:ext cx="2857500" cy="357188"/>
          </a:xfrm>
        </p:spPr>
        <p:txBody>
          <a:bodyPr>
            <a:noAutofit/>
          </a:bodyPr>
          <a:lstStyle>
            <a:lvl1pPr marL="0" indent="0" algn="r">
              <a:buNone/>
              <a:defRPr sz="2200">
                <a:solidFill>
                  <a:srgbClr val="8FD617"/>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MX" dirty="0"/>
              <a:t>00 de fecha de 2025</a:t>
            </a:r>
            <a:endParaRPr lang="es-CO" dirty="0"/>
          </a:p>
        </p:txBody>
      </p:sp>
    </p:spTree>
    <p:extLst>
      <p:ext uri="{BB962C8B-B14F-4D97-AF65-F5344CB8AC3E}">
        <p14:creationId xmlns:p14="http://schemas.microsoft.com/office/powerpoint/2010/main" val="2806573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F35214A-51CA-82E7-75E6-C9127E4BC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EF6AA2D-CC5F-D3B3-290B-987BE3D03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3C2D4B65-83C7-D1D2-C83A-DC4455E724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4177FC-D678-DC4C-A97B-1AE714B0EE88}" type="datetimeFigureOut">
              <a:rPr lang="es-CO" smtClean="0"/>
              <a:t>19/02/2026</a:t>
            </a:fld>
            <a:endParaRPr lang="es-CO"/>
          </a:p>
        </p:txBody>
      </p:sp>
      <p:sp>
        <p:nvSpPr>
          <p:cNvPr id="5" name="Marcador de pie de página 4">
            <a:extLst>
              <a:ext uri="{FF2B5EF4-FFF2-40B4-BE49-F238E27FC236}">
                <a16:creationId xmlns:a16="http://schemas.microsoft.com/office/drawing/2014/main" id="{1117210C-4151-C791-77DD-D681C6D00E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A00F785C-12B2-1E4A-51BD-CF4989AD5B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DE794B-72A2-644C-99CE-929B780B8AE7}" type="slidenum">
              <a:rPr lang="es-CO" smtClean="0"/>
              <a:t>‹Nº›</a:t>
            </a:fld>
            <a:endParaRPr lang="es-CO"/>
          </a:p>
        </p:txBody>
      </p:sp>
    </p:spTree>
    <p:extLst>
      <p:ext uri="{BB962C8B-B14F-4D97-AF65-F5344CB8AC3E}">
        <p14:creationId xmlns:p14="http://schemas.microsoft.com/office/powerpoint/2010/main" val="418121844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8" r:id="rId3"/>
    <p:sldLayoutId id="2147483660" r:id="rId4"/>
    <p:sldLayoutId id="2147483661" r:id="rId5"/>
    <p:sldLayoutId id="2147483650" r:id="rId6"/>
    <p:sldLayoutId id="2147483662" r:id="rId7"/>
    <p:sldLayoutId id="2147483663" r:id="rId8"/>
    <p:sldLayoutId id="2147483664" r:id="rId9"/>
    <p:sldLayoutId id="2147483654" r:id="rId10"/>
    <p:sldLayoutId id="2147483666" r:id="rId11"/>
    <p:sldLayoutId id="2147483667" r:id="rId12"/>
    <p:sldLayoutId id="214748365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1A1CD7-B510-787E-F0BA-8C2E839F8CCE}"/>
              </a:ext>
            </a:extLst>
          </p:cNvPr>
          <p:cNvSpPr>
            <a:spLocks noGrp="1"/>
          </p:cNvSpPr>
          <p:nvPr>
            <p:ph type="ctrTitle"/>
          </p:nvPr>
        </p:nvSpPr>
        <p:spPr>
          <a:xfrm>
            <a:off x="6307104" y="3053882"/>
            <a:ext cx="5083742" cy="1339516"/>
          </a:xfrm>
        </p:spPr>
        <p:txBody>
          <a:bodyPr/>
          <a:lstStyle/>
          <a:p>
            <a:r>
              <a:rPr lang="es-ES" sz="4400" dirty="0">
                <a:latin typeface="Century Gothic" panose="020B0502020202020204" pitchFamily="34" charset="0"/>
              </a:rPr>
              <a:t>Índice de Condiciones Sociales (ICS)</a:t>
            </a:r>
            <a:endParaRPr lang="es-CO" sz="4400" dirty="0">
              <a:latin typeface="Century Gothic" panose="020B0502020202020204" pitchFamily="34" charset="0"/>
            </a:endParaRPr>
          </a:p>
        </p:txBody>
      </p:sp>
      <p:sp>
        <p:nvSpPr>
          <p:cNvPr id="3" name="Subtítulo 2">
            <a:extLst>
              <a:ext uri="{FF2B5EF4-FFF2-40B4-BE49-F238E27FC236}">
                <a16:creationId xmlns:a16="http://schemas.microsoft.com/office/drawing/2014/main" id="{72014950-1671-BD0B-6DDE-428CBE8328DB}"/>
              </a:ext>
            </a:extLst>
          </p:cNvPr>
          <p:cNvSpPr>
            <a:spLocks noGrp="1"/>
          </p:cNvSpPr>
          <p:nvPr>
            <p:ph type="subTitle" idx="1"/>
          </p:nvPr>
        </p:nvSpPr>
        <p:spPr>
          <a:xfrm>
            <a:off x="6032784" y="4859600"/>
            <a:ext cx="5358062" cy="1008691"/>
          </a:xfrm>
        </p:spPr>
        <p:txBody>
          <a:bodyPr/>
          <a:lstStyle/>
          <a:p>
            <a:r>
              <a:rPr lang="es-ES" dirty="0">
                <a:solidFill>
                  <a:schemeClr val="bg2"/>
                </a:solidFill>
              </a:rPr>
              <a:t>Expediente Municipal</a:t>
            </a:r>
            <a:endParaRPr lang="es-CO" dirty="0">
              <a:solidFill>
                <a:schemeClr val="bg2"/>
              </a:solidFill>
            </a:endParaRPr>
          </a:p>
        </p:txBody>
      </p:sp>
      <p:sp>
        <p:nvSpPr>
          <p:cNvPr id="4" name="Marcador de texto 3">
            <a:extLst>
              <a:ext uri="{FF2B5EF4-FFF2-40B4-BE49-F238E27FC236}">
                <a16:creationId xmlns:a16="http://schemas.microsoft.com/office/drawing/2014/main" id="{9F403855-3B2F-0B66-6ADB-43D73BEF6A65}"/>
              </a:ext>
            </a:extLst>
          </p:cNvPr>
          <p:cNvSpPr>
            <a:spLocks noGrp="1"/>
          </p:cNvSpPr>
          <p:nvPr>
            <p:ph type="body" sz="quarter" idx="10"/>
          </p:nvPr>
        </p:nvSpPr>
        <p:spPr/>
        <p:txBody>
          <a:bodyPr/>
          <a:lstStyle/>
          <a:p>
            <a:r>
              <a:rPr lang="es-ES" dirty="0"/>
              <a:t>Febrero 2026</a:t>
            </a:r>
            <a:endParaRPr lang="es-CO" dirty="0"/>
          </a:p>
        </p:txBody>
      </p:sp>
    </p:spTree>
    <p:extLst>
      <p:ext uri="{BB962C8B-B14F-4D97-AF65-F5344CB8AC3E}">
        <p14:creationId xmlns:p14="http://schemas.microsoft.com/office/powerpoint/2010/main" val="558615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56B234-7912-0204-37D3-76FF0C913522}"/>
              </a:ext>
            </a:extLst>
          </p:cNvPr>
          <p:cNvSpPr>
            <a:spLocks noGrp="1"/>
          </p:cNvSpPr>
          <p:nvPr>
            <p:ph type="title"/>
          </p:nvPr>
        </p:nvSpPr>
        <p:spPr>
          <a:xfrm>
            <a:off x="2073536" y="162561"/>
            <a:ext cx="6445624" cy="863600"/>
          </a:xfrm>
        </p:spPr>
        <p:txBody>
          <a:bodyPr>
            <a:normAutofit/>
          </a:bodyPr>
          <a:lstStyle/>
          <a:p>
            <a:pPr algn="l"/>
            <a:r>
              <a:rPr lang="es-ES" sz="4000" dirty="0">
                <a:latin typeface="Century Gothic" panose="020B0502020202020204" pitchFamily="34" charset="0"/>
              </a:rPr>
              <a:t>Definición</a:t>
            </a:r>
            <a:endParaRPr lang="es-CO" sz="4000"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EC79C08F-A01E-1C48-A65B-E60AABE69C92}"/>
              </a:ext>
            </a:extLst>
          </p:cNvPr>
          <p:cNvSpPr>
            <a:spLocks noGrp="1"/>
          </p:cNvSpPr>
          <p:nvPr>
            <p:ph idx="1"/>
          </p:nvPr>
        </p:nvSpPr>
        <p:spPr>
          <a:xfrm>
            <a:off x="838200" y="1198880"/>
            <a:ext cx="10515600" cy="4978083"/>
          </a:xfrm>
        </p:spPr>
        <p:txBody>
          <a:bodyPr/>
          <a:lstStyle/>
          <a:p>
            <a:pPr marL="0" indent="0" algn="just">
              <a:buNone/>
            </a:pPr>
            <a:r>
              <a:rPr lang="es-ES" dirty="0">
                <a:latin typeface="Calibri Light" panose="020F0302020204030204" pitchFamily="34" charset="0"/>
                <a:ea typeface="Calibri Light" panose="020F0302020204030204" pitchFamily="34" charset="0"/>
                <a:cs typeface="Calibri Light" panose="020F0302020204030204" pitchFamily="34" charset="0"/>
              </a:rPr>
              <a:t>El </a:t>
            </a:r>
            <a:r>
              <a:rPr lang="es-ES" b="1" dirty="0">
                <a:latin typeface="Calibri Light" panose="020F0302020204030204" pitchFamily="34" charset="0"/>
                <a:ea typeface="Calibri Light" panose="020F0302020204030204" pitchFamily="34" charset="0"/>
                <a:cs typeface="Calibri Light" panose="020F0302020204030204" pitchFamily="34" charset="0"/>
              </a:rPr>
              <a:t>Índice de Condición Social (ICS)</a:t>
            </a:r>
            <a:r>
              <a:rPr lang="es-ES" dirty="0">
                <a:latin typeface="Calibri Light" panose="020F0302020204030204" pitchFamily="34" charset="0"/>
                <a:ea typeface="Calibri Light" panose="020F0302020204030204" pitchFamily="34" charset="0"/>
                <a:cs typeface="Calibri Light" panose="020F0302020204030204" pitchFamily="34" charset="0"/>
              </a:rPr>
              <a:t> representa un proxy del nivel de ingresos de los hogares, ya que combina el clima educativo y el hacinamiento residencial, dos variables estrechamente asociadas con la capacidad económica. Es consistente en la medida que permite aproximar la jerarquía social a partir de la posición relativa de los hogares en la estructura socioeconómica distrital </a:t>
            </a:r>
            <a:r>
              <a:rPr lang="es-ES" sz="2400" dirty="0">
                <a:latin typeface="Calibri Light" panose="020F0302020204030204" pitchFamily="34" charset="0"/>
                <a:ea typeface="Calibri Light" panose="020F0302020204030204" pitchFamily="34" charset="0"/>
                <a:cs typeface="Calibri Light" panose="020F0302020204030204" pitchFamily="34" charset="0"/>
              </a:rPr>
              <a:t>(</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Barbary</a:t>
            </a:r>
            <a:r>
              <a:rPr lang="es-ES" sz="2400" dirty="0">
                <a:latin typeface="Calibri Light" panose="020F0302020204030204" pitchFamily="34" charset="0"/>
                <a:ea typeface="Calibri Light" panose="020F0302020204030204" pitchFamily="34" charset="0"/>
                <a:cs typeface="Calibri Light" panose="020F0302020204030204" pitchFamily="34" charset="0"/>
              </a:rPr>
              <a:t> et al., 1999;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Barbary</a:t>
            </a:r>
            <a:r>
              <a:rPr lang="es-ES" sz="2400" dirty="0">
                <a:latin typeface="Calibri Light" panose="020F0302020204030204" pitchFamily="34" charset="0"/>
                <a:ea typeface="Calibri Light" panose="020F0302020204030204" pitchFamily="34" charset="0"/>
                <a:cs typeface="Calibri Light" panose="020F0302020204030204" pitchFamily="34" charset="0"/>
              </a:rPr>
              <a:t> &amp;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Raberono</a:t>
            </a:r>
            <a:r>
              <a:rPr lang="es-ES" sz="2400" dirty="0">
                <a:latin typeface="Calibri Light" panose="020F0302020204030204" pitchFamily="34" charset="0"/>
                <a:ea typeface="Calibri Light" panose="020F0302020204030204" pitchFamily="34" charset="0"/>
                <a:cs typeface="Calibri Light" panose="020F0302020204030204" pitchFamily="34" charset="0"/>
              </a:rPr>
              <a:t>, 2002;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Dureau</a:t>
            </a:r>
            <a:r>
              <a:rPr lang="es-ES" sz="2400" dirty="0">
                <a:latin typeface="Calibri Light" panose="020F0302020204030204" pitchFamily="34" charset="0"/>
                <a:ea typeface="Calibri Light" panose="020F0302020204030204" pitchFamily="34" charset="0"/>
                <a:cs typeface="Calibri Light" panose="020F0302020204030204" pitchFamily="34" charset="0"/>
              </a:rPr>
              <a:t> et al., 2007;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Dureau</a:t>
            </a:r>
            <a:r>
              <a:rPr lang="es-ES" sz="2400" dirty="0">
                <a:latin typeface="Calibri Light" panose="020F0302020204030204" pitchFamily="34" charset="0"/>
                <a:ea typeface="Calibri Light" panose="020F0302020204030204" pitchFamily="34" charset="0"/>
                <a:cs typeface="Calibri Light" panose="020F0302020204030204" pitchFamily="34" charset="0"/>
              </a:rPr>
              <a:t> et al., 2012; Salas Vanegas, 2008).</a:t>
            </a: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CO"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 name="CuadroTexto 3">
            <a:extLst>
              <a:ext uri="{FF2B5EF4-FFF2-40B4-BE49-F238E27FC236}">
                <a16:creationId xmlns:a16="http://schemas.microsoft.com/office/drawing/2014/main" id="{5F7C86A7-7823-03AA-5E23-BD558194069E}"/>
              </a:ext>
            </a:extLst>
          </p:cNvPr>
          <p:cNvSpPr txBox="1"/>
          <p:nvPr/>
        </p:nvSpPr>
        <p:spPr>
          <a:xfrm>
            <a:off x="1753870" y="4207789"/>
            <a:ext cx="8684260" cy="584775"/>
          </a:xfrm>
          <a:prstGeom prst="rect">
            <a:avLst/>
          </a:prstGeom>
          <a:noFill/>
        </p:spPr>
        <p:txBody>
          <a:bodyPr wrap="square" rtlCol="0">
            <a:spAutoFit/>
          </a:bodyPr>
          <a:lstStyle/>
          <a:p>
            <a:pPr algn="ctr"/>
            <a:r>
              <a:rPr lang="es-ES" sz="3200" b="1" dirty="0"/>
              <a:t>ICS = Clima educativo / Índice de hacinamiento </a:t>
            </a:r>
            <a:endParaRPr lang="es-CO" sz="3200" b="1" dirty="0"/>
          </a:p>
        </p:txBody>
      </p:sp>
      <p:sp>
        <p:nvSpPr>
          <p:cNvPr id="5" name="CuadroTexto 4">
            <a:extLst>
              <a:ext uri="{FF2B5EF4-FFF2-40B4-BE49-F238E27FC236}">
                <a16:creationId xmlns:a16="http://schemas.microsoft.com/office/drawing/2014/main" id="{FD569F63-8973-6D8C-88C7-B267035A485A}"/>
              </a:ext>
            </a:extLst>
          </p:cNvPr>
          <p:cNvSpPr txBox="1"/>
          <p:nvPr/>
        </p:nvSpPr>
        <p:spPr>
          <a:xfrm>
            <a:off x="2501900" y="5120511"/>
            <a:ext cx="7188200" cy="1323439"/>
          </a:xfrm>
          <a:prstGeom prst="rect">
            <a:avLst/>
          </a:prstGeom>
          <a:noFill/>
        </p:spPr>
        <p:txBody>
          <a:bodyPr wrap="square" rtlCol="0">
            <a:spAutoFit/>
          </a:bodyPr>
          <a:lstStyle/>
          <a:p>
            <a:pPr algn="ctr"/>
            <a:r>
              <a:rPr lang="es-ES" sz="1600" dirty="0">
                <a:solidFill>
                  <a:schemeClr val="bg2">
                    <a:lumMod val="25000"/>
                  </a:schemeClr>
                </a:solidFill>
              </a:rPr>
              <a:t>Clima educativo: Número promedio de años de educación de los miembros del hogar de 15 y más años</a:t>
            </a:r>
          </a:p>
          <a:p>
            <a:pPr algn="ctr"/>
            <a:endParaRPr lang="es-ES" sz="1600" dirty="0">
              <a:solidFill>
                <a:schemeClr val="bg2">
                  <a:lumMod val="25000"/>
                </a:schemeClr>
              </a:solidFill>
            </a:endParaRPr>
          </a:p>
          <a:p>
            <a:pPr algn="ctr"/>
            <a:r>
              <a:rPr lang="es-ES" sz="1600" dirty="0">
                <a:solidFill>
                  <a:schemeClr val="bg2">
                    <a:lumMod val="25000"/>
                  </a:schemeClr>
                </a:solidFill>
              </a:rPr>
              <a:t>Índice de hacinamiento: Número de miembros del hogar / número de cuartos*</a:t>
            </a:r>
          </a:p>
          <a:p>
            <a:pPr algn="ctr"/>
            <a:r>
              <a:rPr lang="es-ES" sz="1200" dirty="0">
                <a:solidFill>
                  <a:schemeClr val="bg2">
                    <a:lumMod val="25000"/>
                  </a:schemeClr>
                </a:solidFill>
              </a:rPr>
              <a:t>*Incluye sala y comedor</a:t>
            </a:r>
            <a:r>
              <a:rPr lang="es-ES" sz="1600" dirty="0">
                <a:solidFill>
                  <a:schemeClr val="bg2">
                    <a:lumMod val="25000"/>
                  </a:schemeClr>
                </a:solidFill>
              </a:rPr>
              <a:t> </a:t>
            </a:r>
            <a:endParaRPr lang="es-CO" sz="1600" dirty="0">
              <a:solidFill>
                <a:schemeClr val="bg2">
                  <a:lumMod val="25000"/>
                </a:schemeClr>
              </a:solidFill>
            </a:endParaRPr>
          </a:p>
        </p:txBody>
      </p:sp>
    </p:spTree>
    <p:extLst>
      <p:ext uri="{BB962C8B-B14F-4D97-AF65-F5344CB8AC3E}">
        <p14:creationId xmlns:p14="http://schemas.microsoft.com/office/powerpoint/2010/main" val="915744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B53B-0AAB-953B-0BE9-6AA18557E9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B0CBD8-8508-4F91-2363-19BB8088D4C9}"/>
              </a:ext>
            </a:extLst>
          </p:cNvPr>
          <p:cNvSpPr>
            <a:spLocks noGrp="1"/>
          </p:cNvSpPr>
          <p:nvPr>
            <p:ph type="title"/>
          </p:nvPr>
        </p:nvSpPr>
        <p:spPr>
          <a:xfrm>
            <a:off x="2073536" y="162561"/>
            <a:ext cx="6445624" cy="863600"/>
          </a:xfrm>
        </p:spPr>
        <p:txBody>
          <a:bodyPr>
            <a:normAutofit/>
          </a:bodyPr>
          <a:lstStyle/>
          <a:p>
            <a:pPr algn="l"/>
            <a:r>
              <a:rPr lang="es-ES" sz="4000" dirty="0">
                <a:latin typeface="Century Gothic" panose="020B0502020202020204" pitchFamily="34" charset="0"/>
              </a:rPr>
              <a:t>Resultados</a:t>
            </a:r>
            <a:endParaRPr lang="es-CO" sz="4000"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34544FDD-4EC1-DADF-6657-934DD4C8E825}"/>
              </a:ext>
            </a:extLst>
          </p:cNvPr>
          <p:cNvSpPr>
            <a:spLocks noGrp="1"/>
          </p:cNvSpPr>
          <p:nvPr>
            <p:ph idx="1"/>
          </p:nvPr>
        </p:nvSpPr>
        <p:spPr>
          <a:xfrm>
            <a:off x="1007110" y="4118499"/>
            <a:ext cx="8491220" cy="656861"/>
          </a:xfrm>
        </p:spPr>
        <p:txBody>
          <a:bodyPr>
            <a:normAutofit/>
          </a:bodyPr>
          <a:lstStyle/>
          <a:p>
            <a:pPr marL="0" indent="0" algn="just">
              <a:buNone/>
            </a:pPr>
            <a:r>
              <a:rPr lang="es-ES" dirty="0">
                <a:latin typeface="Calibri Light" panose="020F0302020204030204" pitchFamily="34" charset="0"/>
                <a:ea typeface="Calibri Light" panose="020F0302020204030204" pitchFamily="34" charset="0"/>
                <a:cs typeface="Calibri Light" panose="020F0302020204030204" pitchFamily="34" charset="0"/>
              </a:rPr>
              <a:t>Reclasificación del ICS </a:t>
            </a: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CO"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9" name="Imagen 8">
            <a:extLst>
              <a:ext uri="{FF2B5EF4-FFF2-40B4-BE49-F238E27FC236}">
                <a16:creationId xmlns:a16="http://schemas.microsoft.com/office/drawing/2014/main" id="{5A7F23FF-A24B-658B-B943-1B1BC37A7C97}"/>
              </a:ext>
            </a:extLst>
          </p:cNvPr>
          <p:cNvPicPr>
            <a:picLocks noChangeAspect="1"/>
          </p:cNvPicPr>
          <p:nvPr/>
        </p:nvPicPr>
        <p:blipFill>
          <a:blip r:embed="rId2"/>
          <a:stretch>
            <a:fillRect/>
          </a:stretch>
        </p:blipFill>
        <p:spPr>
          <a:xfrm>
            <a:off x="1065430" y="1876267"/>
            <a:ext cx="7905850" cy="2150587"/>
          </a:xfrm>
          <a:prstGeom prst="rect">
            <a:avLst/>
          </a:prstGeom>
        </p:spPr>
      </p:pic>
    </p:spTree>
    <p:extLst>
      <p:ext uri="{BB962C8B-B14F-4D97-AF65-F5344CB8AC3E}">
        <p14:creationId xmlns:p14="http://schemas.microsoft.com/office/powerpoint/2010/main" val="1474467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C894A-5A35-3C0A-18EF-718B3EA5AC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35BFBF-8879-488C-0EB8-F3610031CB1A}"/>
              </a:ext>
            </a:extLst>
          </p:cNvPr>
          <p:cNvSpPr>
            <a:spLocks noGrp="1"/>
          </p:cNvSpPr>
          <p:nvPr>
            <p:ph type="title"/>
          </p:nvPr>
        </p:nvSpPr>
        <p:spPr>
          <a:xfrm>
            <a:off x="2073536" y="162561"/>
            <a:ext cx="6445624" cy="863600"/>
          </a:xfrm>
        </p:spPr>
        <p:txBody>
          <a:bodyPr>
            <a:normAutofit/>
          </a:bodyPr>
          <a:lstStyle/>
          <a:p>
            <a:pPr algn="l"/>
            <a:r>
              <a:rPr lang="es-ES" sz="4000" dirty="0">
                <a:latin typeface="Century Gothic" panose="020B0502020202020204" pitchFamily="34" charset="0"/>
              </a:rPr>
              <a:t>Resultados</a:t>
            </a:r>
            <a:endParaRPr lang="es-CO" sz="4000" dirty="0">
              <a:latin typeface="Century Gothic" panose="020B0502020202020204" pitchFamily="34" charset="0"/>
            </a:endParaRPr>
          </a:p>
        </p:txBody>
      </p:sp>
      <p:pic>
        <p:nvPicPr>
          <p:cNvPr id="6" name="Imagen 5">
            <a:extLst>
              <a:ext uri="{FF2B5EF4-FFF2-40B4-BE49-F238E27FC236}">
                <a16:creationId xmlns:a16="http://schemas.microsoft.com/office/drawing/2014/main" id="{194789E7-1EB2-971A-B3E5-80BE06216592}"/>
              </a:ext>
            </a:extLst>
          </p:cNvPr>
          <p:cNvPicPr>
            <a:picLocks noChangeAspect="1"/>
          </p:cNvPicPr>
          <p:nvPr/>
        </p:nvPicPr>
        <p:blipFill>
          <a:blip r:embed="rId2"/>
          <a:stretch>
            <a:fillRect/>
          </a:stretch>
        </p:blipFill>
        <p:spPr>
          <a:xfrm>
            <a:off x="1051560" y="1812289"/>
            <a:ext cx="5196840" cy="2868067"/>
          </a:xfrm>
          <a:prstGeom prst="rect">
            <a:avLst/>
          </a:prstGeom>
        </p:spPr>
      </p:pic>
      <p:sp>
        <p:nvSpPr>
          <p:cNvPr id="7" name="Marcador de contenido 2">
            <a:extLst>
              <a:ext uri="{FF2B5EF4-FFF2-40B4-BE49-F238E27FC236}">
                <a16:creationId xmlns:a16="http://schemas.microsoft.com/office/drawing/2014/main" id="{A8F56FAD-DCB5-718E-5A4D-5F5265AED296}"/>
              </a:ext>
            </a:extLst>
          </p:cNvPr>
          <p:cNvSpPr>
            <a:spLocks noGrp="1"/>
          </p:cNvSpPr>
          <p:nvPr>
            <p:ph idx="1"/>
          </p:nvPr>
        </p:nvSpPr>
        <p:spPr>
          <a:xfrm>
            <a:off x="1010920" y="4835890"/>
            <a:ext cx="8491220" cy="656861"/>
          </a:xfrm>
        </p:spPr>
        <p:txBody>
          <a:bodyPr>
            <a:normAutofit/>
          </a:bodyPr>
          <a:lstStyle/>
          <a:p>
            <a:pPr marL="0" indent="0" algn="just">
              <a:buNone/>
            </a:pPr>
            <a:r>
              <a:rPr lang="es-ES" dirty="0">
                <a:latin typeface="Calibri Light" panose="020F0302020204030204" pitchFamily="34" charset="0"/>
                <a:ea typeface="Calibri Light" panose="020F0302020204030204" pitchFamily="34" charset="0"/>
                <a:cs typeface="Calibri Light" panose="020F0302020204030204" pitchFamily="34" charset="0"/>
              </a:rPr>
              <a:t>Distribución de hogares </a:t>
            </a: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ES"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CO"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4" name="Imagen 3" descr="Mapa&#10;&#10;El contenido generado por IA puede ser incorrecto.">
            <a:extLst>
              <a:ext uri="{FF2B5EF4-FFF2-40B4-BE49-F238E27FC236}">
                <a16:creationId xmlns:a16="http://schemas.microsoft.com/office/drawing/2014/main" id="{C38FB8F0-BEB4-83BC-E92E-ABC07B18DFD6}"/>
              </a:ext>
            </a:extLst>
          </p:cNvPr>
          <p:cNvPicPr>
            <a:picLocks noChangeAspect="1"/>
          </p:cNvPicPr>
          <p:nvPr/>
        </p:nvPicPr>
        <p:blipFill>
          <a:blip r:embed="rId3"/>
          <a:stretch>
            <a:fillRect/>
          </a:stretch>
        </p:blipFill>
        <p:spPr>
          <a:xfrm>
            <a:off x="7342935" y="0"/>
            <a:ext cx="4849065" cy="6858000"/>
          </a:xfrm>
          <a:prstGeom prst="rect">
            <a:avLst/>
          </a:prstGeom>
        </p:spPr>
      </p:pic>
    </p:spTree>
    <p:extLst>
      <p:ext uri="{BB962C8B-B14F-4D97-AF65-F5344CB8AC3E}">
        <p14:creationId xmlns:p14="http://schemas.microsoft.com/office/powerpoint/2010/main" val="1499399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058B4-1ACB-49D3-8993-2B059F0B38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265C1D-37F1-7547-036A-E0B716DEBF95}"/>
              </a:ext>
            </a:extLst>
          </p:cNvPr>
          <p:cNvSpPr>
            <a:spLocks noGrp="1"/>
          </p:cNvSpPr>
          <p:nvPr>
            <p:ph type="title"/>
          </p:nvPr>
        </p:nvSpPr>
        <p:spPr>
          <a:xfrm>
            <a:off x="2073536" y="162561"/>
            <a:ext cx="6445624" cy="863600"/>
          </a:xfrm>
        </p:spPr>
        <p:txBody>
          <a:bodyPr>
            <a:normAutofit/>
          </a:bodyPr>
          <a:lstStyle/>
          <a:p>
            <a:pPr algn="l"/>
            <a:r>
              <a:rPr lang="es-ES" sz="4000" dirty="0">
                <a:latin typeface="Century Gothic" panose="020B0502020202020204" pitchFamily="34" charset="0"/>
              </a:rPr>
              <a:t>Referencias </a:t>
            </a:r>
            <a:endParaRPr lang="es-CO" sz="4000"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FAC014AD-D7ED-B6E0-7F6C-3B025C691F6A}"/>
              </a:ext>
            </a:extLst>
          </p:cNvPr>
          <p:cNvSpPr>
            <a:spLocks noGrp="1"/>
          </p:cNvSpPr>
          <p:nvPr>
            <p:ph idx="1"/>
          </p:nvPr>
        </p:nvSpPr>
        <p:spPr>
          <a:xfrm>
            <a:off x="838200" y="1198880"/>
            <a:ext cx="10515600" cy="4978083"/>
          </a:xfrm>
        </p:spPr>
        <p:txBody>
          <a:bodyPr>
            <a:normAutofit/>
          </a:bodyPr>
          <a:lstStyle/>
          <a:p>
            <a:pPr algn="just"/>
            <a:r>
              <a:rPr lang="es-ES" sz="2400" dirty="0" err="1">
                <a:latin typeface="Calibri Light" panose="020F0302020204030204" pitchFamily="34" charset="0"/>
                <a:ea typeface="Calibri Light" panose="020F0302020204030204" pitchFamily="34" charset="0"/>
                <a:cs typeface="Calibri Light" panose="020F0302020204030204" pitchFamily="34" charset="0"/>
              </a:rPr>
              <a:t>Barbary</a:t>
            </a:r>
            <a:r>
              <a:rPr lang="es-ES" sz="2400" dirty="0">
                <a:latin typeface="Calibri Light" panose="020F0302020204030204" pitchFamily="34" charset="0"/>
                <a:ea typeface="Calibri Light" panose="020F0302020204030204" pitchFamily="34" charset="0"/>
                <a:cs typeface="Calibri Light" panose="020F0302020204030204" pitchFamily="34" charset="0"/>
              </a:rPr>
              <a:t>, O., &amp;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Raberono</a:t>
            </a:r>
            <a:r>
              <a:rPr lang="es-ES" sz="2400" dirty="0">
                <a:latin typeface="Calibri Light" panose="020F0302020204030204" pitchFamily="34" charset="0"/>
                <a:ea typeface="Calibri Light" panose="020F0302020204030204" pitchFamily="34" charset="0"/>
                <a:cs typeface="Calibri Light" panose="020F0302020204030204" pitchFamily="34" charset="0"/>
              </a:rPr>
              <a:t>, M. (2002).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Segmentation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Survey</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of</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African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Colombian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Households</a:t>
            </a:r>
            <a:r>
              <a:rPr lang="es-ES" sz="2400" i="1" dirty="0">
                <a:latin typeface="Calibri Light" panose="020F0302020204030204" pitchFamily="34" charset="0"/>
                <a:ea typeface="Calibri Light" panose="020F0302020204030204" pitchFamily="34" charset="0"/>
                <a:cs typeface="Calibri Light" panose="020F0302020204030204" pitchFamily="34" charset="0"/>
              </a:rPr>
              <a:t>.</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Institut</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National</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d’Études</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Démographiques</a:t>
            </a:r>
            <a:r>
              <a:rPr lang="es-ES" sz="2400" dirty="0">
                <a:latin typeface="Calibri Light" panose="020F0302020204030204" pitchFamily="34" charset="0"/>
                <a:ea typeface="Calibri Light" panose="020F0302020204030204" pitchFamily="34" charset="0"/>
                <a:cs typeface="Calibri Light" panose="020F0302020204030204" pitchFamily="34" charset="0"/>
              </a:rPr>
              <a:t>, 57(4), 765–792.</a:t>
            </a:r>
          </a:p>
          <a:p>
            <a:pPr algn="just"/>
            <a:r>
              <a:rPr lang="es-ES" sz="2400" dirty="0" err="1">
                <a:latin typeface="Calibri Light" panose="020F0302020204030204" pitchFamily="34" charset="0"/>
                <a:ea typeface="Calibri Light" panose="020F0302020204030204" pitchFamily="34" charset="0"/>
                <a:cs typeface="Calibri Light" panose="020F0302020204030204" pitchFamily="34" charset="0"/>
              </a:rPr>
              <a:t>Barbary</a:t>
            </a:r>
            <a:r>
              <a:rPr lang="es-ES" sz="2400" dirty="0">
                <a:latin typeface="Calibri Light" panose="020F0302020204030204" pitchFamily="34" charset="0"/>
                <a:ea typeface="Calibri Light" panose="020F0302020204030204" pitchFamily="34" charset="0"/>
                <a:cs typeface="Calibri Light" panose="020F0302020204030204" pitchFamily="34" charset="0"/>
              </a:rPr>
              <a:t>, O., Urrea, F.,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Bruyneel</a:t>
            </a:r>
            <a:r>
              <a:rPr lang="es-ES" sz="2400" dirty="0">
                <a:latin typeface="Calibri Light" panose="020F0302020204030204" pitchFamily="34" charset="0"/>
                <a:ea typeface="Calibri Light" panose="020F0302020204030204" pitchFamily="34" charset="0"/>
                <a:cs typeface="Calibri Light" panose="020F0302020204030204" pitchFamily="34" charset="0"/>
              </a:rPr>
              <a:t>, S., &amp;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Ramirez</a:t>
            </a:r>
            <a:r>
              <a:rPr lang="es-ES" sz="2400" dirty="0">
                <a:latin typeface="Calibri Light" panose="020F0302020204030204" pitchFamily="34" charset="0"/>
                <a:ea typeface="Calibri Light" panose="020F0302020204030204" pitchFamily="34" charset="0"/>
                <a:cs typeface="Calibri Light" panose="020F0302020204030204" pitchFamily="34" charset="0"/>
              </a:rPr>
              <a:t>, H. F. (1999). Afrocolombianos en el área metropolitana de Cali: estudios sociodemográficos. (38).</a:t>
            </a:r>
          </a:p>
          <a:p>
            <a:pPr algn="just"/>
            <a:r>
              <a:rPr lang="es-ES" sz="2400" dirty="0" err="1">
                <a:latin typeface="Calibri Light" panose="020F0302020204030204" pitchFamily="34" charset="0"/>
                <a:ea typeface="Calibri Light" panose="020F0302020204030204" pitchFamily="34" charset="0"/>
                <a:cs typeface="Calibri Light" panose="020F0302020204030204" pitchFamily="34" charset="0"/>
              </a:rPr>
              <a:t>Dureau</a:t>
            </a:r>
            <a:r>
              <a:rPr lang="es-ES" sz="2400" dirty="0">
                <a:latin typeface="Calibri Light" panose="020F0302020204030204" pitchFamily="34" charset="0"/>
                <a:ea typeface="Calibri Light" panose="020F0302020204030204" pitchFamily="34" charset="0"/>
                <a:cs typeface="Calibri Light" panose="020F0302020204030204" pitchFamily="34" charset="0"/>
              </a:rPr>
              <a:t>, F.,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Barbary</a:t>
            </a:r>
            <a:r>
              <a:rPr lang="es-ES" sz="2400" dirty="0">
                <a:latin typeface="Calibri Light" panose="020F0302020204030204" pitchFamily="34" charset="0"/>
                <a:ea typeface="Calibri Light" panose="020F0302020204030204" pitchFamily="34" charset="0"/>
                <a:cs typeface="Calibri Light" panose="020F0302020204030204" pitchFamily="34" charset="0"/>
              </a:rPr>
              <a:t>, O., &amp; Lulle, T. (2007).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Dinamicas</a:t>
            </a:r>
            <a:r>
              <a:rPr lang="es-ES" sz="2400" dirty="0">
                <a:latin typeface="Calibri Light" panose="020F0302020204030204" pitchFamily="34" charset="0"/>
                <a:ea typeface="Calibri Light" panose="020F0302020204030204" pitchFamily="34" charset="0"/>
                <a:cs typeface="Calibri Light" panose="020F0302020204030204" pitchFamily="34" charset="0"/>
              </a:rPr>
              <a:t> metropolitanas de poblamiento y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segregacion</a:t>
            </a:r>
            <a:r>
              <a:rPr lang="es-ES" sz="2400" dirty="0">
                <a:latin typeface="Calibri Light" panose="020F0302020204030204" pitchFamily="34" charset="0"/>
                <a:ea typeface="Calibri Light" panose="020F0302020204030204" pitchFamily="34" charset="0"/>
                <a:cs typeface="Calibri Light" panose="020F0302020204030204" pitchFamily="34" charset="0"/>
              </a:rPr>
              <a:t>. In </a:t>
            </a:r>
            <a:r>
              <a:rPr lang="es-ES" sz="2400" i="1" dirty="0">
                <a:latin typeface="Calibri Light" panose="020F0302020204030204" pitchFamily="34" charset="0"/>
                <a:ea typeface="Calibri Light" panose="020F0302020204030204" pitchFamily="34" charset="0"/>
                <a:cs typeface="Calibri Light" panose="020F0302020204030204" pitchFamily="34" charset="0"/>
              </a:rPr>
              <a:t>Dinámicas Metropolitanas de Poblamiento y Segregación </a:t>
            </a:r>
            <a:r>
              <a:rPr lang="es-ES" sz="2400" dirty="0">
                <a:latin typeface="Calibri Light" panose="020F0302020204030204" pitchFamily="34" charset="0"/>
                <a:ea typeface="Calibri Light" panose="020F0302020204030204" pitchFamily="34" charset="0"/>
                <a:cs typeface="Calibri Light" panose="020F0302020204030204" pitchFamily="34" charset="0"/>
              </a:rPr>
              <a:t>(</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Number</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January</a:t>
            </a:r>
            <a:r>
              <a:rPr lang="es-ES" sz="2400" dirty="0">
                <a:latin typeface="Calibri Light" panose="020F0302020204030204" pitchFamily="34" charset="0"/>
                <a:ea typeface="Calibri Light" panose="020F0302020204030204" pitchFamily="34" charset="0"/>
                <a:cs typeface="Calibri Light" panose="020F0302020204030204" pitchFamily="34" charset="0"/>
              </a:rPr>
              <a:t>).</a:t>
            </a:r>
          </a:p>
          <a:p>
            <a:pPr algn="just"/>
            <a:r>
              <a:rPr lang="es-ES" sz="2400" dirty="0" err="1">
                <a:latin typeface="Calibri Light" panose="020F0302020204030204" pitchFamily="34" charset="0"/>
                <a:ea typeface="Calibri Light" panose="020F0302020204030204" pitchFamily="34" charset="0"/>
                <a:cs typeface="Calibri Light" panose="020F0302020204030204" pitchFamily="34" charset="0"/>
              </a:rPr>
              <a:t>Dureau</a:t>
            </a:r>
            <a:r>
              <a:rPr lang="es-ES" sz="2400" dirty="0">
                <a:latin typeface="Calibri Light" panose="020F0302020204030204" pitchFamily="34" charset="0"/>
                <a:ea typeface="Calibri Light" panose="020F0302020204030204" pitchFamily="34" charset="0"/>
                <a:cs typeface="Calibri Light" panose="020F0302020204030204" pitchFamily="34" charset="0"/>
              </a:rPr>
              <a:t>, F., Le Roux, G., &amp;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Piron</a:t>
            </a:r>
            <a:r>
              <a:rPr lang="es-ES" sz="2400" dirty="0">
                <a:latin typeface="Calibri Light" panose="020F0302020204030204" pitchFamily="34" charset="0"/>
                <a:ea typeface="Calibri Light" panose="020F0302020204030204" pitchFamily="34" charset="0"/>
                <a:cs typeface="Calibri Light" panose="020F0302020204030204" pitchFamily="34" charset="0"/>
              </a:rPr>
              <a:t>, M. (2012). </a:t>
            </a:r>
            <a:r>
              <a:rPr lang="es-ES" sz="2400" i="1" dirty="0">
                <a:latin typeface="Calibri Light" panose="020F0302020204030204" pitchFamily="34" charset="0"/>
                <a:ea typeface="Calibri Light" panose="020F0302020204030204" pitchFamily="34" charset="0"/>
                <a:cs typeface="Calibri Light" panose="020F0302020204030204" pitchFamily="34" charset="0"/>
              </a:rPr>
              <a:t>Evolución de la intensidad y de las escalas de la segregación residencial en Bogotá: Un análisis comparativo con Santiago de Chile y Sao Paulo.</a:t>
            </a:r>
            <a:r>
              <a:rPr lang="es-ES" sz="2400" dirty="0">
                <a:latin typeface="Calibri Light" panose="020F0302020204030204" pitchFamily="34" charset="0"/>
                <a:ea typeface="Calibri Light" panose="020F0302020204030204" pitchFamily="34" charset="0"/>
                <a:cs typeface="Calibri Light" panose="020F0302020204030204" pitchFamily="34" charset="0"/>
              </a:rPr>
              <a:t> 21.</a:t>
            </a:r>
          </a:p>
          <a:p>
            <a:pPr algn="just"/>
            <a:r>
              <a:rPr lang="es-ES" sz="2400" dirty="0">
                <a:latin typeface="Calibri Light" panose="020F0302020204030204" pitchFamily="34" charset="0"/>
                <a:ea typeface="Calibri Light" panose="020F0302020204030204" pitchFamily="34" charset="0"/>
                <a:cs typeface="Calibri Light" panose="020F0302020204030204" pitchFamily="34" charset="0"/>
              </a:rPr>
              <a:t>Salas Vanegas, A. (2008).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Residential</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segregation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and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housing</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production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in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Bogota</a:t>
            </a:r>
            <a:r>
              <a:rPr lang="es-ES" sz="2400" i="1" dirty="0">
                <a:latin typeface="Calibri Light" panose="020F0302020204030204" pitchFamily="34" charset="0"/>
                <a:ea typeface="Calibri Light" panose="020F0302020204030204" pitchFamily="34" charset="0"/>
                <a:cs typeface="Calibri Light" panose="020F0302020204030204" pitchFamily="34" charset="0"/>
              </a:rPr>
              <a:t> ,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between</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perceptions</a:t>
            </a:r>
            <a:r>
              <a:rPr lang="es-ES" sz="2400" i="1" dirty="0">
                <a:latin typeface="Calibri Light" panose="020F0302020204030204" pitchFamily="34" charset="0"/>
                <a:ea typeface="Calibri Light" panose="020F0302020204030204" pitchFamily="34" charset="0"/>
                <a:cs typeface="Calibri Light" panose="020F0302020204030204" pitchFamily="34" charset="0"/>
              </a:rPr>
              <a:t> and </a:t>
            </a:r>
            <a:r>
              <a:rPr lang="es-ES" sz="2400" i="1" dirty="0" err="1">
                <a:latin typeface="Calibri Light" panose="020F0302020204030204" pitchFamily="34" charset="0"/>
                <a:ea typeface="Calibri Light" panose="020F0302020204030204" pitchFamily="34" charset="0"/>
                <a:cs typeface="Calibri Light" panose="020F0302020204030204" pitchFamily="34" charset="0"/>
              </a:rPr>
              <a:t>realities</a:t>
            </a:r>
            <a:r>
              <a:rPr lang="es-ES" sz="2400" i="1" dirty="0">
                <a:latin typeface="Calibri Light" panose="020F0302020204030204" pitchFamily="34" charset="0"/>
                <a:ea typeface="Calibri Light" panose="020F0302020204030204" pitchFamily="34" charset="0"/>
                <a:cs typeface="Calibri Light" panose="020F0302020204030204" pitchFamily="34" charset="0"/>
              </a:rPr>
              <a:t>.</a:t>
            </a:r>
            <a:r>
              <a:rPr lang="es-ES" sz="2400" dirty="0">
                <a:latin typeface="Calibri Light" panose="020F0302020204030204" pitchFamily="34" charset="0"/>
                <a:ea typeface="Calibri Light" panose="020F0302020204030204" pitchFamily="34" charset="0"/>
                <a:cs typeface="Calibri Light" panose="020F0302020204030204" pitchFamily="34" charset="0"/>
              </a:rPr>
              <a:t> </a:t>
            </a:r>
            <a:r>
              <a:rPr lang="es-ES" sz="2400" dirty="0" err="1">
                <a:latin typeface="Calibri Light" panose="020F0302020204030204" pitchFamily="34" charset="0"/>
                <a:ea typeface="Calibri Light" panose="020F0302020204030204" pitchFamily="34" charset="0"/>
                <a:cs typeface="Calibri Light" panose="020F0302020204030204" pitchFamily="34" charset="0"/>
              </a:rPr>
              <a:t>Université</a:t>
            </a:r>
            <a:r>
              <a:rPr lang="es-ES" sz="2400" dirty="0">
                <a:latin typeface="Calibri Light" panose="020F0302020204030204" pitchFamily="34" charset="0"/>
                <a:ea typeface="Calibri Light" panose="020F0302020204030204" pitchFamily="34" charset="0"/>
                <a:cs typeface="Calibri Light" panose="020F0302020204030204" pitchFamily="34" charset="0"/>
              </a:rPr>
              <a:t> de Poitiers.</a:t>
            </a:r>
          </a:p>
          <a:p>
            <a:pPr marL="0" indent="0" algn="just">
              <a:buNone/>
            </a:pPr>
            <a:endParaRPr lang="es-ES" sz="2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endParaRPr lang="es-CO" sz="24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46073087"/>
      </p:ext>
    </p:extLst>
  </p:cSld>
  <p:clrMapOvr>
    <a:masterClrMapping/>
  </p:clrMapOvr>
</p:sld>
</file>

<file path=ppt/theme/theme1.xml><?xml version="1.0" encoding="utf-8"?>
<a:theme xmlns:a="http://schemas.openxmlformats.org/drawingml/2006/main" name="Tema de Office">
  <a:themeElements>
    <a:clrScheme name="POT">
      <a:dk1>
        <a:srgbClr val="005027"/>
      </a:dk1>
      <a:lt1>
        <a:srgbClr val="FEFFFF"/>
      </a:lt1>
      <a:dk2>
        <a:srgbClr val="3E3F7C"/>
      </a:dk2>
      <a:lt2>
        <a:srgbClr val="E7E6E6"/>
      </a:lt2>
      <a:accent1>
        <a:srgbClr val="8ED616"/>
      </a:accent1>
      <a:accent2>
        <a:srgbClr val="005228"/>
      </a:accent2>
      <a:accent3>
        <a:srgbClr val="F28400"/>
      </a:accent3>
      <a:accent4>
        <a:srgbClr val="3E3E7B"/>
      </a:accent4>
      <a:accent5>
        <a:srgbClr val="3370D9"/>
      </a:accent5>
      <a:accent6>
        <a:srgbClr val="008460"/>
      </a:accent6>
      <a:hlink>
        <a:srgbClr val="011892"/>
      </a:hlink>
      <a:folHlink>
        <a:srgbClr val="3370D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77B0D1E5-35FD-1A4B-83CA-033F09D3ED6A}" vid="{9579C64A-F1F2-9747-8B04-E73E3C58AB02}"/>
    </a:ext>
  </a:extLst>
</a:theme>
</file>

<file path=docProps/app.xml><?xml version="1.0" encoding="utf-8"?>
<Properties xmlns="http://schemas.openxmlformats.org/officeDocument/2006/extended-properties" xmlns:vt="http://schemas.openxmlformats.org/officeDocument/2006/docPropsVTypes">
  <Template/>
  <TotalTime>302</TotalTime>
  <Words>330</Words>
  <Application>Microsoft Office PowerPoint</Application>
  <PresentationFormat>Panorámica</PresentationFormat>
  <Paragraphs>23</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Calibri</vt:lpstr>
      <vt:lpstr>Calibri Light</vt:lpstr>
      <vt:lpstr>Century Gothic</vt:lpstr>
      <vt:lpstr>Tema de Office</vt:lpstr>
      <vt:lpstr>Índice de Condiciones Sociales (ICS)</vt:lpstr>
      <vt:lpstr>Definición</vt:lpstr>
      <vt:lpstr>Resultados</vt:lpstr>
      <vt:lpstr>Resultados</vt:lpstr>
      <vt:lpstr>Referencias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Gabriel Quiroz</cp:lastModifiedBy>
  <cp:revision>3</cp:revision>
  <dcterms:created xsi:type="dcterms:W3CDTF">2025-03-06T17:38:20Z</dcterms:created>
  <dcterms:modified xsi:type="dcterms:W3CDTF">2026-02-19T15:26:09Z</dcterms:modified>
</cp:coreProperties>
</file>